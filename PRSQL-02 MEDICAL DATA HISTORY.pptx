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1" r:id="rId3"/>
    <p:sldId id="258" r:id="rId4"/>
    <p:sldId id="260" r:id="rId5"/>
    <p:sldId id="262" r:id="rId6"/>
    <p:sldId id="263" r:id="rId7"/>
    <p:sldId id="265" r:id="rId8"/>
    <p:sldId id="266" r:id="rId9"/>
    <p:sldId id="267" r:id="rId10"/>
    <p:sldId id="268" r:id="rId11"/>
    <p:sldId id="270" r:id="rId12"/>
    <p:sldId id="269" r:id="rId13"/>
    <p:sldId id="271" r:id="rId14"/>
    <p:sldId id="272" r:id="rId15"/>
    <p:sldId id="273" r:id="rId16"/>
    <p:sldId id="274" r:id="rId17"/>
    <p:sldId id="275" r:id="rId18"/>
    <p:sldId id="276" r:id="rId19"/>
    <p:sldId id="277" r:id="rId20"/>
    <p:sldId id="278" r:id="rId21"/>
    <p:sldId id="279" r:id="rId22"/>
    <p:sldId id="280" r:id="rId23"/>
    <p:sldId id="283" r:id="rId24"/>
    <p:sldId id="284" r:id="rId25"/>
    <p:sldId id="285" r:id="rId26"/>
    <p:sldId id="286" r:id="rId27"/>
    <p:sldId id="287" r:id="rId28"/>
    <p:sldId id="289" r:id="rId29"/>
    <p:sldId id="290" r:id="rId30"/>
    <p:sldId id="291" r:id="rId31"/>
    <p:sldId id="282" r:id="rId32"/>
    <p:sldId id="292" r:id="rId33"/>
    <p:sldId id="293"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3795BE-FD8D-4061-92A5-E87B58C26D22}" v="299" dt="2025-07-08T18:16:39.8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dab Hussain" userId="0f634b01f6a75549" providerId="LiveId" clId="{C43795BE-FD8D-4061-92A5-E87B58C26D22}"/>
    <pc:docChg chg="undo custSel addSld delSld modSld modMainMaster">
      <pc:chgData name="shadab Hussain" userId="0f634b01f6a75549" providerId="LiveId" clId="{C43795BE-FD8D-4061-92A5-E87B58C26D22}" dt="2025-07-08T18:16:39.842" v="4884" actId="1076"/>
      <pc:docMkLst>
        <pc:docMk/>
      </pc:docMkLst>
      <pc:sldChg chg="addSp delSp modSp mod">
        <pc:chgData name="shadab Hussain" userId="0f634b01f6a75549" providerId="LiveId" clId="{C43795BE-FD8D-4061-92A5-E87B58C26D22}" dt="2025-07-08T18:03:35.365" v="4798" actId="1076"/>
        <pc:sldMkLst>
          <pc:docMk/>
          <pc:sldMk cId="1273383521" sldId="256"/>
        </pc:sldMkLst>
        <pc:spChg chg="mod">
          <ac:chgData name="shadab Hussain" userId="0f634b01f6a75549" providerId="LiveId" clId="{C43795BE-FD8D-4061-92A5-E87B58C26D22}" dt="2025-07-08T17:58:57.689" v="4786" actId="1076"/>
          <ac:spMkLst>
            <pc:docMk/>
            <pc:sldMk cId="1273383521" sldId="256"/>
            <ac:spMk id="2" creationId="{79C79DBA-9B56-5F35-37B9-2631B2FF9198}"/>
          </ac:spMkLst>
        </pc:spChg>
        <pc:spChg chg="mod">
          <ac:chgData name="shadab Hussain" userId="0f634b01f6a75549" providerId="LiveId" clId="{C43795BE-FD8D-4061-92A5-E87B58C26D22}" dt="2025-07-08T17:59:01.051" v="4787" actId="1076"/>
          <ac:spMkLst>
            <pc:docMk/>
            <pc:sldMk cId="1273383521" sldId="256"/>
            <ac:spMk id="3" creationId="{5959E115-85B3-B683-5F07-CF9BA0285B14}"/>
          </ac:spMkLst>
        </pc:spChg>
        <pc:spChg chg="add mod">
          <ac:chgData name="shadab Hussain" userId="0f634b01f6a75549" providerId="LiveId" clId="{C43795BE-FD8D-4061-92A5-E87B58C26D22}" dt="2025-07-08T17:59:11.497" v="4788" actId="1076"/>
          <ac:spMkLst>
            <pc:docMk/>
            <pc:sldMk cId="1273383521" sldId="256"/>
            <ac:spMk id="4" creationId="{C23D4C11-F4F9-BE90-02BD-FA7C4212BE90}"/>
          </ac:spMkLst>
        </pc:spChg>
        <pc:spChg chg="add mod">
          <ac:chgData name="shadab Hussain" userId="0f634b01f6a75549" providerId="LiveId" clId="{C43795BE-FD8D-4061-92A5-E87B58C26D22}" dt="2025-07-08T18:03:23.209" v="4796" actId="1076"/>
          <ac:spMkLst>
            <pc:docMk/>
            <pc:sldMk cId="1273383521" sldId="256"/>
            <ac:spMk id="5" creationId="{11267FE2-8D8E-906A-285D-0AF7340BD87D}"/>
          </ac:spMkLst>
        </pc:spChg>
        <pc:spChg chg="add mod">
          <ac:chgData name="shadab Hussain" userId="0f634b01f6a75549" providerId="LiveId" clId="{C43795BE-FD8D-4061-92A5-E87B58C26D22}" dt="2025-07-08T18:03:35.365" v="4798" actId="1076"/>
          <ac:spMkLst>
            <pc:docMk/>
            <pc:sldMk cId="1273383521" sldId="256"/>
            <ac:spMk id="6" creationId="{894A8642-BEEE-6E24-68CE-D5D8BE7787EC}"/>
          </ac:spMkLst>
        </pc:spChg>
      </pc:sldChg>
      <pc:sldChg chg="addSp delSp modSp del mod">
        <pc:chgData name="shadab Hussain" userId="0f634b01f6a75549" providerId="LiveId" clId="{C43795BE-FD8D-4061-92A5-E87B58C26D22}" dt="2025-07-06T19:39:53.539" v="3363" actId="2696"/>
        <pc:sldMkLst>
          <pc:docMk/>
          <pc:sldMk cId="3940413569" sldId="257"/>
        </pc:sldMkLst>
      </pc:sldChg>
      <pc:sldChg chg="addSp delSp modSp mod setBg">
        <pc:chgData name="shadab Hussain" userId="0f634b01f6a75549" providerId="LiveId" clId="{C43795BE-FD8D-4061-92A5-E87B58C26D22}" dt="2025-07-06T20:00:57.416" v="3705" actId="108"/>
        <pc:sldMkLst>
          <pc:docMk/>
          <pc:sldMk cId="3919297423" sldId="258"/>
        </pc:sldMkLst>
        <pc:spChg chg="mod">
          <ac:chgData name="shadab Hussain" userId="0f634b01f6a75549" providerId="LiveId" clId="{C43795BE-FD8D-4061-92A5-E87B58C26D22}" dt="2025-07-06T19:44:34.505" v="3422" actId="1076"/>
          <ac:spMkLst>
            <pc:docMk/>
            <pc:sldMk cId="3919297423" sldId="258"/>
            <ac:spMk id="2" creationId="{48638CA4-749A-FD9E-14BF-457CD2507735}"/>
          </ac:spMkLst>
        </pc:spChg>
        <pc:spChg chg="mod">
          <ac:chgData name="shadab Hussain" userId="0f634b01f6a75549" providerId="LiveId" clId="{C43795BE-FD8D-4061-92A5-E87B58C26D22}" dt="2025-07-06T19:44:36.746" v="3423" actId="1076"/>
          <ac:spMkLst>
            <pc:docMk/>
            <pc:sldMk cId="3919297423" sldId="258"/>
            <ac:spMk id="3" creationId="{D13AC02F-4603-2367-E582-7B0047857CB8}"/>
          </ac:spMkLst>
        </pc:spChg>
        <pc:spChg chg="add mod">
          <ac:chgData name="shadab Hussain" userId="0f634b01f6a75549" providerId="LiveId" clId="{C43795BE-FD8D-4061-92A5-E87B58C26D22}" dt="2025-07-06T19:44:57.329" v="3426" actId="1076"/>
          <ac:spMkLst>
            <pc:docMk/>
            <pc:sldMk cId="3919297423" sldId="258"/>
            <ac:spMk id="4" creationId="{7F0B8DB9-C10F-6760-DECF-311958E782A7}"/>
          </ac:spMkLst>
        </pc:spChg>
        <pc:spChg chg="add mod">
          <ac:chgData name="shadab Hussain" userId="0f634b01f6a75549" providerId="LiveId" clId="{C43795BE-FD8D-4061-92A5-E87B58C26D22}" dt="2025-07-06T19:45:28.714" v="3432" actId="14100"/>
          <ac:spMkLst>
            <pc:docMk/>
            <pc:sldMk cId="3919297423" sldId="258"/>
            <ac:spMk id="6" creationId="{F96C2657-07D3-37D9-AD3E-0A6D5D6737DD}"/>
          </ac:spMkLst>
        </pc:spChg>
        <pc:picChg chg="mod">
          <ac:chgData name="shadab Hussain" userId="0f634b01f6a75549" providerId="LiveId" clId="{C43795BE-FD8D-4061-92A5-E87B58C26D22}" dt="2025-07-06T20:00:57.416" v="3705" actId="108"/>
          <ac:picMkLst>
            <pc:docMk/>
            <pc:sldMk cId="3919297423" sldId="258"/>
            <ac:picMk id="5" creationId="{E3C3D8B7-97CF-AAFD-BC85-62F74B5BAADB}"/>
          </ac:picMkLst>
        </pc:picChg>
        <pc:picChg chg="add mod">
          <ac:chgData name="shadab Hussain" userId="0f634b01f6a75549" providerId="LiveId" clId="{C43795BE-FD8D-4061-92A5-E87B58C26D22}" dt="2025-07-06T20:00:54.576" v="3704" actId="108"/>
          <ac:picMkLst>
            <pc:docMk/>
            <pc:sldMk cId="3919297423" sldId="258"/>
            <ac:picMk id="7" creationId="{1FE6C2D9-593A-99DF-9EED-A94851A2A267}"/>
          </ac:picMkLst>
        </pc:picChg>
      </pc:sldChg>
      <pc:sldChg chg="addSp delSp modSp del mod">
        <pc:chgData name="shadab Hussain" userId="0f634b01f6a75549" providerId="LiveId" clId="{C43795BE-FD8D-4061-92A5-E87B58C26D22}" dt="2025-07-06T19:45:58.838" v="3439" actId="2696"/>
        <pc:sldMkLst>
          <pc:docMk/>
          <pc:sldMk cId="184496710" sldId="259"/>
        </pc:sldMkLst>
      </pc:sldChg>
      <pc:sldChg chg="modSp mod">
        <pc:chgData name="shadab Hussain" userId="0f634b01f6a75549" providerId="LiveId" clId="{C43795BE-FD8D-4061-92A5-E87B58C26D22}" dt="2025-07-08T18:04:47.577" v="4803" actId="14100"/>
        <pc:sldMkLst>
          <pc:docMk/>
          <pc:sldMk cId="2164138119" sldId="260"/>
        </pc:sldMkLst>
        <pc:spChg chg="mod">
          <ac:chgData name="shadab Hussain" userId="0f634b01f6a75549" providerId="LiveId" clId="{C43795BE-FD8D-4061-92A5-E87B58C26D22}" dt="2025-07-08T18:04:31.843" v="4801" actId="14100"/>
          <ac:spMkLst>
            <pc:docMk/>
            <pc:sldMk cId="2164138119" sldId="260"/>
            <ac:spMk id="2" creationId="{9448C7F3-7E76-9931-1F3F-08C25BFC6C7A}"/>
          </ac:spMkLst>
        </pc:spChg>
        <pc:spChg chg="mod">
          <ac:chgData name="shadab Hussain" userId="0f634b01f6a75549" providerId="LiveId" clId="{C43795BE-FD8D-4061-92A5-E87B58C26D22}" dt="2025-07-08T18:04:47.577" v="4803" actId="14100"/>
          <ac:spMkLst>
            <pc:docMk/>
            <pc:sldMk cId="2164138119" sldId="260"/>
            <ac:spMk id="3" creationId="{7AEB6BEB-D53D-AD9F-2B64-F3D24BF35A41}"/>
          </ac:spMkLst>
        </pc:spChg>
        <pc:picChg chg="mod">
          <ac:chgData name="shadab Hussain" userId="0f634b01f6a75549" providerId="LiveId" clId="{C43795BE-FD8D-4061-92A5-E87B58C26D22}" dt="2025-07-06T20:00:51.544" v="3703" actId="108"/>
          <ac:picMkLst>
            <pc:docMk/>
            <pc:sldMk cId="2164138119" sldId="260"/>
            <ac:picMk id="5" creationId="{99B47EAF-6FA6-6DA7-CC66-F2E4734C54E5}"/>
          </ac:picMkLst>
        </pc:picChg>
      </pc:sldChg>
      <pc:sldChg chg="modSp mod">
        <pc:chgData name="shadab Hussain" userId="0f634b01f6a75549" providerId="LiveId" clId="{C43795BE-FD8D-4061-92A5-E87B58C26D22}" dt="2025-07-06T19:46:51.978" v="3508" actId="27107"/>
        <pc:sldMkLst>
          <pc:docMk/>
          <pc:sldMk cId="1977517813" sldId="262"/>
        </pc:sldMkLst>
        <pc:spChg chg="mod">
          <ac:chgData name="shadab Hussain" userId="0f634b01f6a75549" providerId="LiveId" clId="{C43795BE-FD8D-4061-92A5-E87B58C26D22}" dt="2025-07-06T19:46:51.978" v="3508" actId="27107"/>
          <ac:spMkLst>
            <pc:docMk/>
            <pc:sldMk cId="1977517813" sldId="262"/>
            <ac:spMk id="2" creationId="{7E229EDF-373B-A43E-2B33-8FDC039D5B52}"/>
          </ac:spMkLst>
        </pc:spChg>
        <pc:spChg chg="mod">
          <ac:chgData name="shadab Hussain" userId="0f634b01f6a75549" providerId="LiveId" clId="{C43795BE-FD8D-4061-92A5-E87B58C26D22}" dt="2025-07-06T19:46:36.406" v="3506" actId="27636"/>
          <ac:spMkLst>
            <pc:docMk/>
            <pc:sldMk cId="1977517813" sldId="262"/>
            <ac:spMk id="3" creationId="{1A7462CB-25AC-B3F8-F12B-AFCFEB01C3A5}"/>
          </ac:spMkLst>
        </pc:spChg>
      </pc:sldChg>
      <pc:sldChg chg="addSp modSp mod">
        <pc:chgData name="shadab Hussain" userId="0f634b01f6a75549" providerId="LiveId" clId="{C43795BE-FD8D-4061-92A5-E87B58C26D22}" dt="2025-07-06T20:00:38.446" v="3702" actId="108"/>
        <pc:sldMkLst>
          <pc:docMk/>
          <pc:sldMk cId="1574862020" sldId="263"/>
        </pc:sldMkLst>
        <pc:spChg chg="mod">
          <ac:chgData name="shadab Hussain" userId="0f634b01f6a75549" providerId="LiveId" clId="{C43795BE-FD8D-4061-92A5-E87B58C26D22}" dt="2025-07-06T19:47:24.444" v="3518" actId="108"/>
          <ac:spMkLst>
            <pc:docMk/>
            <pc:sldMk cId="1574862020" sldId="263"/>
            <ac:spMk id="2" creationId="{8644BD8C-447D-206F-78C0-27DA4DBC2B82}"/>
          </ac:spMkLst>
        </pc:spChg>
        <pc:spChg chg="mod">
          <ac:chgData name="shadab Hussain" userId="0f634b01f6a75549" providerId="LiveId" clId="{C43795BE-FD8D-4061-92A5-E87B58C26D22}" dt="2025-07-06T19:47:45.752" v="3524" actId="1076"/>
          <ac:spMkLst>
            <pc:docMk/>
            <pc:sldMk cId="1574862020" sldId="263"/>
            <ac:spMk id="3" creationId="{DF1AAF07-97AF-D9B8-A108-751ACD96A04E}"/>
          </ac:spMkLst>
        </pc:spChg>
        <pc:spChg chg="add mod">
          <ac:chgData name="shadab Hussain" userId="0f634b01f6a75549" providerId="LiveId" clId="{C43795BE-FD8D-4061-92A5-E87B58C26D22}" dt="2025-07-06T19:48:34.639" v="3538" actId="1076"/>
          <ac:spMkLst>
            <pc:docMk/>
            <pc:sldMk cId="1574862020" sldId="263"/>
            <ac:spMk id="4" creationId="{E4762DC9-5D81-BE52-51C4-86997754A97C}"/>
          </ac:spMkLst>
        </pc:spChg>
        <pc:spChg chg="add mod">
          <ac:chgData name="shadab Hussain" userId="0f634b01f6a75549" providerId="LiveId" clId="{C43795BE-FD8D-4061-92A5-E87B58C26D22}" dt="2025-07-06T19:49:19.851" v="3544" actId="14100"/>
          <ac:spMkLst>
            <pc:docMk/>
            <pc:sldMk cId="1574862020" sldId="263"/>
            <ac:spMk id="6" creationId="{368581DB-158D-3928-2BBA-D45E41452568}"/>
          </ac:spMkLst>
        </pc:spChg>
        <pc:picChg chg="mod">
          <ac:chgData name="shadab Hussain" userId="0f634b01f6a75549" providerId="LiveId" clId="{C43795BE-FD8D-4061-92A5-E87B58C26D22}" dt="2025-07-06T20:00:38.446" v="3702" actId="108"/>
          <ac:picMkLst>
            <pc:docMk/>
            <pc:sldMk cId="1574862020" sldId="263"/>
            <ac:picMk id="5" creationId="{8136F99F-7F2B-E06E-40F6-82502DF90F8B}"/>
          </ac:picMkLst>
        </pc:picChg>
        <pc:picChg chg="add mod">
          <ac:chgData name="shadab Hussain" userId="0f634b01f6a75549" providerId="LiveId" clId="{C43795BE-FD8D-4061-92A5-E87B58C26D22}" dt="2025-07-06T20:00:36.186" v="3701" actId="108"/>
          <ac:picMkLst>
            <pc:docMk/>
            <pc:sldMk cId="1574862020" sldId="263"/>
            <ac:picMk id="7" creationId="{0335AC65-F3FD-E6B9-8882-ACA39796926A}"/>
          </ac:picMkLst>
        </pc:picChg>
      </pc:sldChg>
      <pc:sldChg chg="addSp delSp modSp del mod">
        <pc:chgData name="shadab Hussain" userId="0f634b01f6a75549" providerId="LiveId" clId="{C43795BE-FD8D-4061-92A5-E87B58C26D22}" dt="2025-07-06T19:49:43.900" v="3550" actId="2696"/>
        <pc:sldMkLst>
          <pc:docMk/>
          <pc:sldMk cId="1471092200" sldId="264"/>
        </pc:sldMkLst>
      </pc:sldChg>
      <pc:sldChg chg="addSp modSp new mod">
        <pc:chgData name="shadab Hussain" userId="0f634b01f6a75549" providerId="LiveId" clId="{C43795BE-FD8D-4061-92A5-E87B58C26D22}" dt="2025-07-06T20:00:33.645" v="3700" actId="108"/>
        <pc:sldMkLst>
          <pc:docMk/>
          <pc:sldMk cId="3040512927" sldId="265"/>
        </pc:sldMkLst>
        <pc:spChg chg="mod">
          <ac:chgData name="shadab Hussain" userId="0f634b01f6a75549" providerId="LiveId" clId="{C43795BE-FD8D-4061-92A5-E87B58C26D22}" dt="2025-07-06T19:50:12.243" v="3558" actId="1076"/>
          <ac:spMkLst>
            <pc:docMk/>
            <pc:sldMk cId="3040512927" sldId="265"/>
            <ac:spMk id="2" creationId="{BA1B11F1-2504-8B06-B33A-4768F2675210}"/>
          </ac:spMkLst>
        </pc:spChg>
        <pc:spChg chg="mod">
          <ac:chgData name="shadab Hussain" userId="0f634b01f6a75549" providerId="LiveId" clId="{C43795BE-FD8D-4061-92A5-E87B58C26D22}" dt="2025-07-06T19:50:43.900" v="3563" actId="27636"/>
          <ac:spMkLst>
            <pc:docMk/>
            <pc:sldMk cId="3040512927" sldId="265"/>
            <ac:spMk id="3" creationId="{A3234E2E-7B2B-140A-032A-F6BEFC34C65A}"/>
          </ac:spMkLst>
        </pc:spChg>
        <pc:picChg chg="add mod">
          <ac:chgData name="shadab Hussain" userId="0f634b01f6a75549" providerId="LiveId" clId="{C43795BE-FD8D-4061-92A5-E87B58C26D22}" dt="2025-07-06T20:00:33.645" v="3700" actId="108"/>
          <ac:picMkLst>
            <pc:docMk/>
            <pc:sldMk cId="3040512927" sldId="265"/>
            <ac:picMk id="5" creationId="{0358E4F8-3FF3-BAEF-6F8E-A285FC50CB16}"/>
          </ac:picMkLst>
        </pc:picChg>
      </pc:sldChg>
      <pc:sldChg chg="addSp modSp new mod">
        <pc:chgData name="shadab Hussain" userId="0f634b01f6a75549" providerId="LiveId" clId="{C43795BE-FD8D-4061-92A5-E87B58C26D22}" dt="2025-07-06T20:00:30.790" v="3699" actId="108"/>
        <pc:sldMkLst>
          <pc:docMk/>
          <pc:sldMk cId="993188073" sldId="266"/>
        </pc:sldMkLst>
        <pc:spChg chg="mod">
          <ac:chgData name="shadab Hussain" userId="0f634b01f6a75549" providerId="LiveId" clId="{C43795BE-FD8D-4061-92A5-E87B58C26D22}" dt="2025-07-06T19:51:44.664" v="3569" actId="14100"/>
          <ac:spMkLst>
            <pc:docMk/>
            <pc:sldMk cId="993188073" sldId="266"/>
            <ac:spMk id="2" creationId="{202585BA-0F05-96A3-8F59-F51A0EEC5460}"/>
          </ac:spMkLst>
        </pc:spChg>
        <pc:spChg chg="mod">
          <ac:chgData name="shadab Hussain" userId="0f634b01f6a75549" providerId="LiveId" clId="{C43795BE-FD8D-4061-92A5-E87B58C26D22}" dt="2025-07-06T19:52:03.660" v="3575" actId="1076"/>
          <ac:spMkLst>
            <pc:docMk/>
            <pc:sldMk cId="993188073" sldId="266"/>
            <ac:spMk id="3" creationId="{27F73298-A821-5B57-E727-4343C04208B4}"/>
          </ac:spMkLst>
        </pc:spChg>
        <pc:spChg chg="add mod">
          <ac:chgData name="shadab Hussain" userId="0f634b01f6a75549" providerId="LiveId" clId="{C43795BE-FD8D-4061-92A5-E87B58C26D22}" dt="2025-07-06T19:52:34.843" v="3585" actId="14100"/>
          <ac:spMkLst>
            <pc:docMk/>
            <pc:sldMk cId="993188073" sldId="266"/>
            <ac:spMk id="6" creationId="{C0E93767-452B-E8B4-1039-0D9EE43570DE}"/>
          </ac:spMkLst>
        </pc:spChg>
        <pc:spChg chg="add mod">
          <ac:chgData name="shadab Hussain" userId="0f634b01f6a75549" providerId="LiveId" clId="{C43795BE-FD8D-4061-92A5-E87B58C26D22}" dt="2025-07-06T19:53:04.883" v="3588" actId="14100"/>
          <ac:spMkLst>
            <pc:docMk/>
            <pc:sldMk cId="993188073" sldId="266"/>
            <ac:spMk id="7" creationId="{7A17F5D0-D730-D5A6-026B-AADF21F8ECBD}"/>
          </ac:spMkLst>
        </pc:spChg>
        <pc:picChg chg="add mod">
          <ac:chgData name="shadab Hussain" userId="0f634b01f6a75549" providerId="LiveId" clId="{C43795BE-FD8D-4061-92A5-E87B58C26D22}" dt="2025-07-06T20:00:30.790" v="3699" actId="108"/>
          <ac:picMkLst>
            <pc:docMk/>
            <pc:sldMk cId="993188073" sldId="266"/>
            <ac:picMk id="5" creationId="{4A230A5C-5452-6915-42D1-AA22DEFCDCDA}"/>
          </ac:picMkLst>
        </pc:picChg>
        <pc:picChg chg="add mod">
          <ac:chgData name="shadab Hussain" userId="0f634b01f6a75549" providerId="LiveId" clId="{C43795BE-FD8D-4061-92A5-E87B58C26D22}" dt="2025-07-06T20:00:29.111" v="3698" actId="108"/>
          <ac:picMkLst>
            <pc:docMk/>
            <pc:sldMk cId="993188073" sldId="266"/>
            <ac:picMk id="9" creationId="{B13E5A11-1FEA-C141-D90A-EA5C5D650927}"/>
          </ac:picMkLst>
        </pc:picChg>
      </pc:sldChg>
      <pc:sldChg chg="addSp delSp modSp new mod">
        <pc:chgData name="shadab Hussain" userId="0f634b01f6a75549" providerId="LiveId" clId="{C43795BE-FD8D-4061-92A5-E87B58C26D22}" dt="2025-07-06T20:00:26.680" v="3697" actId="108"/>
        <pc:sldMkLst>
          <pc:docMk/>
          <pc:sldMk cId="3257258902" sldId="267"/>
        </pc:sldMkLst>
        <pc:spChg chg="mod">
          <ac:chgData name="shadab Hussain" userId="0f634b01f6a75549" providerId="LiveId" clId="{C43795BE-FD8D-4061-92A5-E87B58C26D22}" dt="2025-07-06T19:53:53.508" v="3590" actId="20577"/>
          <ac:spMkLst>
            <pc:docMk/>
            <pc:sldMk cId="3257258902" sldId="267"/>
            <ac:spMk id="2" creationId="{140C8BB2-897E-5664-49F6-12F5A2957A7C}"/>
          </ac:spMkLst>
        </pc:spChg>
        <pc:spChg chg="mod">
          <ac:chgData name="shadab Hussain" userId="0f634b01f6a75549" providerId="LiveId" clId="{C43795BE-FD8D-4061-92A5-E87B58C26D22}" dt="2025-07-06T19:54:16.961" v="3595" actId="1076"/>
          <ac:spMkLst>
            <pc:docMk/>
            <pc:sldMk cId="3257258902" sldId="267"/>
            <ac:spMk id="3" creationId="{97D08AFD-5869-54EE-2CB7-B65253BE1CF4}"/>
          </ac:spMkLst>
        </pc:spChg>
        <pc:spChg chg="add mod">
          <ac:chgData name="shadab Hussain" userId="0f634b01f6a75549" providerId="LiveId" clId="{C43795BE-FD8D-4061-92A5-E87B58C26D22}" dt="2025-07-06T19:54:51.572" v="3607" actId="1076"/>
          <ac:spMkLst>
            <pc:docMk/>
            <pc:sldMk cId="3257258902" sldId="267"/>
            <ac:spMk id="6" creationId="{38520214-4756-A8D4-17C5-8F52A588AA95}"/>
          </ac:spMkLst>
        </pc:spChg>
        <pc:spChg chg="add mod">
          <ac:chgData name="shadab Hussain" userId="0f634b01f6a75549" providerId="LiveId" clId="{C43795BE-FD8D-4061-92A5-E87B58C26D22}" dt="2025-07-06T19:55:02.762" v="3612" actId="14100"/>
          <ac:spMkLst>
            <pc:docMk/>
            <pc:sldMk cId="3257258902" sldId="267"/>
            <ac:spMk id="8" creationId="{094A7D68-99DB-1D62-973B-75048564724B}"/>
          </ac:spMkLst>
        </pc:spChg>
        <pc:picChg chg="add mod">
          <ac:chgData name="shadab Hussain" userId="0f634b01f6a75549" providerId="LiveId" clId="{C43795BE-FD8D-4061-92A5-E87B58C26D22}" dt="2025-07-06T20:00:26.680" v="3697" actId="108"/>
          <ac:picMkLst>
            <pc:docMk/>
            <pc:sldMk cId="3257258902" sldId="267"/>
            <ac:picMk id="5" creationId="{F8489D3A-1A27-D831-0CBB-8060CE605D83}"/>
          </ac:picMkLst>
        </pc:picChg>
        <pc:picChg chg="add mod">
          <ac:chgData name="shadab Hussain" userId="0f634b01f6a75549" providerId="LiveId" clId="{C43795BE-FD8D-4061-92A5-E87B58C26D22}" dt="2025-07-06T20:00:24.642" v="3696" actId="108"/>
          <ac:picMkLst>
            <pc:docMk/>
            <pc:sldMk cId="3257258902" sldId="267"/>
            <ac:picMk id="10" creationId="{03345B34-FDE2-A489-436D-60CEB472B34D}"/>
          </ac:picMkLst>
        </pc:picChg>
      </pc:sldChg>
      <pc:sldChg chg="addSp modSp new mod">
        <pc:chgData name="shadab Hussain" userId="0f634b01f6a75549" providerId="LiveId" clId="{C43795BE-FD8D-4061-92A5-E87B58C26D22}" dt="2025-07-06T20:00:22.366" v="3695" actId="108"/>
        <pc:sldMkLst>
          <pc:docMk/>
          <pc:sldMk cId="710783643" sldId="268"/>
        </pc:sldMkLst>
        <pc:spChg chg="mod">
          <ac:chgData name="shadab Hussain" userId="0f634b01f6a75549" providerId="LiveId" clId="{C43795BE-FD8D-4061-92A5-E87B58C26D22}" dt="2025-07-06T19:55:21.413" v="3615" actId="14100"/>
          <ac:spMkLst>
            <pc:docMk/>
            <pc:sldMk cId="710783643" sldId="268"/>
            <ac:spMk id="2" creationId="{E776C6BF-3BAC-4677-C352-EBF9546252E2}"/>
          </ac:spMkLst>
        </pc:spChg>
        <pc:spChg chg="mod">
          <ac:chgData name="shadab Hussain" userId="0f634b01f6a75549" providerId="LiveId" clId="{C43795BE-FD8D-4061-92A5-E87B58C26D22}" dt="2025-07-06T19:55:47.497" v="3619" actId="1076"/>
          <ac:spMkLst>
            <pc:docMk/>
            <pc:sldMk cId="710783643" sldId="268"/>
            <ac:spMk id="3" creationId="{7531CFCC-EAF3-554F-EA37-F557AF851E0D}"/>
          </ac:spMkLst>
        </pc:spChg>
        <pc:spChg chg="add mod">
          <ac:chgData name="shadab Hussain" userId="0f634b01f6a75549" providerId="LiveId" clId="{C43795BE-FD8D-4061-92A5-E87B58C26D22}" dt="2025-07-06T19:56:08.053" v="3625" actId="27636"/>
          <ac:spMkLst>
            <pc:docMk/>
            <pc:sldMk cId="710783643" sldId="268"/>
            <ac:spMk id="6" creationId="{CB820ED8-7145-4B4D-0AD7-F67CEABC6D29}"/>
          </ac:spMkLst>
        </pc:spChg>
        <pc:spChg chg="add mod">
          <ac:chgData name="shadab Hussain" userId="0f634b01f6a75549" providerId="LiveId" clId="{C43795BE-FD8D-4061-92A5-E87B58C26D22}" dt="2025-07-06T19:56:20.061" v="3628" actId="14100"/>
          <ac:spMkLst>
            <pc:docMk/>
            <pc:sldMk cId="710783643" sldId="268"/>
            <ac:spMk id="7" creationId="{DCB7ECFD-97BD-4A84-33F7-9366E8317F4C}"/>
          </ac:spMkLst>
        </pc:spChg>
        <pc:picChg chg="add mod">
          <ac:chgData name="shadab Hussain" userId="0f634b01f6a75549" providerId="LiveId" clId="{C43795BE-FD8D-4061-92A5-E87B58C26D22}" dt="2025-07-06T20:00:22.366" v="3695" actId="108"/>
          <ac:picMkLst>
            <pc:docMk/>
            <pc:sldMk cId="710783643" sldId="268"/>
            <ac:picMk id="5" creationId="{2EEDC0A4-C9DD-5455-FBDB-AC700F26C1D8}"/>
          </ac:picMkLst>
        </pc:picChg>
        <pc:picChg chg="add mod">
          <ac:chgData name="shadab Hussain" userId="0f634b01f6a75549" providerId="LiveId" clId="{C43795BE-FD8D-4061-92A5-E87B58C26D22}" dt="2025-07-06T20:00:17.768" v="3694" actId="108"/>
          <ac:picMkLst>
            <pc:docMk/>
            <pc:sldMk cId="710783643" sldId="268"/>
            <ac:picMk id="9" creationId="{F89E9E90-AD06-6EAC-80C0-7E4876E43BDE}"/>
          </ac:picMkLst>
        </pc:picChg>
      </pc:sldChg>
      <pc:sldChg chg="addSp modSp new mod">
        <pc:chgData name="shadab Hussain" userId="0f634b01f6a75549" providerId="LiveId" clId="{C43795BE-FD8D-4061-92A5-E87B58C26D22}" dt="2025-07-08T09:40:12.300" v="4584" actId="14100"/>
        <pc:sldMkLst>
          <pc:docMk/>
          <pc:sldMk cId="1083600231" sldId="269"/>
        </pc:sldMkLst>
        <pc:spChg chg="mod">
          <ac:chgData name="shadab Hussain" userId="0f634b01f6a75549" providerId="LiveId" clId="{C43795BE-FD8D-4061-92A5-E87B58C26D22}" dt="2025-07-08T09:39:23.092" v="4577" actId="108"/>
          <ac:spMkLst>
            <pc:docMk/>
            <pc:sldMk cId="1083600231" sldId="269"/>
            <ac:spMk id="2" creationId="{1314DE35-8EAD-A1AD-C195-FF9470717479}"/>
          </ac:spMkLst>
        </pc:spChg>
        <pc:spChg chg="mod">
          <ac:chgData name="shadab Hussain" userId="0f634b01f6a75549" providerId="LiveId" clId="{C43795BE-FD8D-4061-92A5-E87B58C26D22}" dt="2025-07-08T09:39:11.285" v="4576" actId="14100"/>
          <ac:spMkLst>
            <pc:docMk/>
            <pc:sldMk cId="1083600231" sldId="269"/>
            <ac:spMk id="3" creationId="{218C43A7-3207-6D3A-5163-E43AD5AF502C}"/>
          </ac:spMkLst>
        </pc:spChg>
        <pc:spChg chg="add mod">
          <ac:chgData name="shadab Hussain" userId="0f634b01f6a75549" providerId="LiveId" clId="{C43795BE-FD8D-4061-92A5-E87B58C26D22}" dt="2025-07-08T09:40:12.300" v="4584" actId="14100"/>
          <ac:spMkLst>
            <pc:docMk/>
            <pc:sldMk cId="1083600231" sldId="269"/>
            <ac:spMk id="6" creationId="{70C0FFB6-80F7-00E6-C64B-A7B8D0CE6D98}"/>
          </ac:spMkLst>
        </pc:spChg>
        <pc:spChg chg="add mod">
          <ac:chgData name="shadab Hussain" userId="0f634b01f6a75549" providerId="LiveId" clId="{C43795BE-FD8D-4061-92A5-E87B58C26D22}" dt="2025-07-08T09:39:53.348" v="4581" actId="14100"/>
          <ac:spMkLst>
            <pc:docMk/>
            <pc:sldMk cId="1083600231" sldId="269"/>
            <ac:spMk id="7" creationId="{506C8B0B-A74D-BF90-2F77-8D58BD5AB25D}"/>
          </ac:spMkLst>
        </pc:spChg>
        <pc:picChg chg="add mod">
          <ac:chgData name="shadab Hussain" userId="0f634b01f6a75549" providerId="LiveId" clId="{C43795BE-FD8D-4061-92A5-E87B58C26D22}" dt="2025-07-06T20:00:05.520" v="3691" actId="108"/>
          <ac:picMkLst>
            <pc:docMk/>
            <pc:sldMk cId="1083600231" sldId="269"/>
            <ac:picMk id="5" creationId="{B696A60E-3550-D100-FC21-391CC7C0F6B2}"/>
          </ac:picMkLst>
        </pc:picChg>
        <pc:picChg chg="add mod">
          <ac:chgData name="shadab Hussain" userId="0f634b01f6a75549" providerId="LiveId" clId="{C43795BE-FD8D-4061-92A5-E87B58C26D22}" dt="2025-07-06T20:00:03.322" v="3690" actId="108"/>
          <ac:picMkLst>
            <pc:docMk/>
            <pc:sldMk cId="1083600231" sldId="269"/>
            <ac:picMk id="9" creationId="{7A87D7E8-8839-27C2-2795-693E6B38DB97}"/>
          </ac:picMkLst>
        </pc:picChg>
      </pc:sldChg>
      <pc:sldChg chg="addSp delSp modSp add mod">
        <pc:chgData name="shadab Hussain" userId="0f634b01f6a75549" providerId="LiveId" clId="{C43795BE-FD8D-4061-92A5-E87B58C26D22}" dt="2025-07-07T18:30:51.694" v="3723" actId="14100"/>
        <pc:sldMkLst>
          <pc:docMk/>
          <pc:sldMk cId="4016400798" sldId="270"/>
        </pc:sldMkLst>
        <pc:spChg chg="mod">
          <ac:chgData name="shadab Hussain" userId="0f634b01f6a75549" providerId="LiveId" clId="{C43795BE-FD8D-4061-92A5-E87B58C26D22}" dt="2025-07-07T18:30:08.166" v="3710" actId="14100"/>
          <ac:spMkLst>
            <pc:docMk/>
            <pc:sldMk cId="4016400798" sldId="270"/>
            <ac:spMk id="2" creationId="{5D5CC1A3-696F-D286-236A-AF8E462EDC74}"/>
          </ac:spMkLst>
        </pc:spChg>
        <pc:spChg chg="mod">
          <ac:chgData name="shadab Hussain" userId="0f634b01f6a75549" providerId="LiveId" clId="{C43795BE-FD8D-4061-92A5-E87B58C26D22}" dt="2025-07-07T18:30:26.058" v="3716" actId="1076"/>
          <ac:spMkLst>
            <pc:docMk/>
            <pc:sldMk cId="4016400798" sldId="270"/>
            <ac:spMk id="3" creationId="{8E85E852-31AA-EC48-6091-2E1AC66FA3FD}"/>
          </ac:spMkLst>
        </pc:spChg>
        <pc:spChg chg="mod">
          <ac:chgData name="shadab Hussain" userId="0f634b01f6a75549" providerId="LiveId" clId="{C43795BE-FD8D-4061-92A5-E87B58C26D22}" dt="2025-07-07T18:30:33.817" v="3717" actId="108"/>
          <ac:spMkLst>
            <pc:docMk/>
            <pc:sldMk cId="4016400798" sldId="270"/>
            <ac:spMk id="6" creationId="{DF6503C2-95AB-8DDC-DEF9-08F14BCEB0A0}"/>
          </ac:spMkLst>
        </pc:spChg>
        <pc:spChg chg="mod">
          <ac:chgData name="shadab Hussain" userId="0f634b01f6a75549" providerId="LiveId" clId="{C43795BE-FD8D-4061-92A5-E87B58C26D22}" dt="2025-07-07T18:30:51.694" v="3723" actId="14100"/>
          <ac:spMkLst>
            <pc:docMk/>
            <pc:sldMk cId="4016400798" sldId="270"/>
            <ac:spMk id="7" creationId="{F14E28EE-9F84-EFBA-DEF7-0C4DE971F2E7}"/>
          </ac:spMkLst>
        </pc:spChg>
        <pc:picChg chg="add mod">
          <ac:chgData name="shadab Hussain" userId="0f634b01f6a75549" providerId="LiveId" clId="{C43795BE-FD8D-4061-92A5-E87B58C26D22}" dt="2025-07-07T18:30:12.296" v="3712" actId="1076"/>
          <ac:picMkLst>
            <pc:docMk/>
            <pc:sldMk cId="4016400798" sldId="270"/>
            <ac:picMk id="8" creationId="{3BD57B64-E43C-3272-130D-4E963CF44A55}"/>
          </ac:picMkLst>
        </pc:picChg>
        <pc:picChg chg="add mod">
          <ac:chgData name="shadab Hussain" userId="0f634b01f6a75549" providerId="LiveId" clId="{C43795BE-FD8D-4061-92A5-E87B58C26D22}" dt="2025-07-06T20:00:10.103" v="3692" actId="108"/>
          <ac:picMkLst>
            <pc:docMk/>
            <pc:sldMk cId="4016400798" sldId="270"/>
            <ac:picMk id="11" creationId="{438D1DFA-07EF-4F53-9A9B-2265F6666180}"/>
          </ac:picMkLst>
        </pc:picChg>
      </pc:sldChg>
      <pc:sldChg chg="addSp delSp modSp new mod">
        <pc:chgData name="shadab Hussain" userId="0f634b01f6a75549" providerId="LiveId" clId="{C43795BE-FD8D-4061-92A5-E87B58C26D22}" dt="2025-07-08T09:41:59.426" v="4592" actId="14100"/>
        <pc:sldMkLst>
          <pc:docMk/>
          <pc:sldMk cId="402465676" sldId="271"/>
        </pc:sldMkLst>
        <pc:spChg chg="mod">
          <ac:chgData name="shadab Hussain" userId="0f634b01f6a75549" providerId="LiveId" clId="{C43795BE-FD8D-4061-92A5-E87B58C26D22}" dt="2025-07-08T09:40:18.865" v="4585" actId="108"/>
          <ac:spMkLst>
            <pc:docMk/>
            <pc:sldMk cId="402465676" sldId="271"/>
            <ac:spMk id="2" creationId="{7EEB6416-59C7-7098-1421-90970E7D47B5}"/>
          </ac:spMkLst>
        </pc:spChg>
        <pc:spChg chg="mod">
          <ac:chgData name="shadab Hussain" userId="0f634b01f6a75549" providerId="LiveId" clId="{C43795BE-FD8D-4061-92A5-E87B58C26D22}" dt="2025-07-08T09:40:30.231" v="4587" actId="27636"/>
          <ac:spMkLst>
            <pc:docMk/>
            <pc:sldMk cId="402465676" sldId="271"/>
            <ac:spMk id="3" creationId="{83CA2412-D36A-E109-7916-D7F36CF4C320}"/>
          </ac:spMkLst>
        </pc:spChg>
        <pc:spChg chg="add mod">
          <ac:chgData name="shadab Hussain" userId="0f634b01f6a75549" providerId="LiveId" clId="{C43795BE-FD8D-4061-92A5-E87B58C26D22}" dt="2025-07-08T09:41:40.055" v="4589" actId="27636"/>
          <ac:spMkLst>
            <pc:docMk/>
            <pc:sldMk cId="402465676" sldId="271"/>
            <ac:spMk id="6" creationId="{BF63975F-A3DF-15D2-14AF-8AAB5B268033}"/>
          </ac:spMkLst>
        </pc:spChg>
        <pc:spChg chg="add mod">
          <ac:chgData name="shadab Hussain" userId="0f634b01f6a75549" providerId="LiveId" clId="{C43795BE-FD8D-4061-92A5-E87B58C26D22}" dt="2025-07-08T09:41:59.426" v="4592" actId="14100"/>
          <ac:spMkLst>
            <pc:docMk/>
            <pc:sldMk cId="402465676" sldId="271"/>
            <ac:spMk id="7" creationId="{4C811EB1-42FF-AA12-9B37-D140F691E335}"/>
          </ac:spMkLst>
        </pc:spChg>
        <pc:picChg chg="add del mod">
          <ac:chgData name="shadab Hussain" userId="0f634b01f6a75549" providerId="LiveId" clId="{C43795BE-FD8D-4061-92A5-E87B58C26D22}" dt="2025-07-06T19:59:55.261" v="3688" actId="14861"/>
          <ac:picMkLst>
            <pc:docMk/>
            <pc:sldMk cId="402465676" sldId="271"/>
            <ac:picMk id="5" creationId="{49E0FDB1-D050-6E22-24C8-97AB334A4174}"/>
          </ac:picMkLst>
        </pc:picChg>
        <pc:picChg chg="add mod">
          <ac:chgData name="shadab Hussain" userId="0f634b01f6a75549" providerId="LiveId" clId="{C43795BE-FD8D-4061-92A5-E87B58C26D22}" dt="2025-07-06T19:59:59.082" v="3689" actId="108"/>
          <ac:picMkLst>
            <pc:docMk/>
            <pc:sldMk cId="402465676" sldId="271"/>
            <ac:picMk id="9" creationId="{C3E95ED7-E2E1-ADC3-F9A7-640ACDC8298F}"/>
          </ac:picMkLst>
        </pc:picChg>
      </pc:sldChg>
      <pc:sldChg chg="addSp delSp modSp new mod">
        <pc:chgData name="shadab Hussain" userId="0f634b01f6a75549" providerId="LiveId" clId="{C43795BE-FD8D-4061-92A5-E87B58C26D22}" dt="2025-07-08T09:50:57.442" v="4660" actId="108"/>
        <pc:sldMkLst>
          <pc:docMk/>
          <pc:sldMk cId="4242924006" sldId="272"/>
        </pc:sldMkLst>
        <pc:spChg chg="mod">
          <ac:chgData name="shadab Hussain" userId="0f634b01f6a75549" providerId="LiveId" clId="{C43795BE-FD8D-4061-92A5-E87B58C26D22}" dt="2025-07-08T09:42:06.995" v="4594" actId="27636"/>
          <ac:spMkLst>
            <pc:docMk/>
            <pc:sldMk cId="4242924006" sldId="272"/>
            <ac:spMk id="2" creationId="{A371335A-102B-CF4D-D0EC-B965B7464F73}"/>
          </ac:spMkLst>
        </pc:spChg>
        <pc:spChg chg="add del mod">
          <ac:chgData name="shadab Hussain" userId="0f634b01f6a75549" providerId="LiveId" clId="{C43795BE-FD8D-4061-92A5-E87B58C26D22}" dt="2025-07-08T09:42:43.521" v="4598" actId="478"/>
          <ac:spMkLst>
            <pc:docMk/>
            <pc:sldMk cId="4242924006" sldId="272"/>
            <ac:spMk id="6" creationId="{A7749955-404E-610A-E148-E9674323894D}"/>
          </ac:spMkLst>
        </pc:spChg>
        <pc:spChg chg="add mod">
          <ac:chgData name="shadab Hussain" userId="0f634b01f6a75549" providerId="LiveId" clId="{C43795BE-FD8D-4061-92A5-E87B58C26D22}" dt="2025-07-08T09:42:30.893" v="4597" actId="108"/>
          <ac:spMkLst>
            <pc:docMk/>
            <pc:sldMk cId="4242924006" sldId="272"/>
            <ac:spMk id="8" creationId="{34B2563E-4BC7-0B9D-011A-25D374ACBAD3}"/>
          </ac:spMkLst>
        </pc:spChg>
        <pc:spChg chg="add mod">
          <ac:chgData name="shadab Hussain" userId="0f634b01f6a75549" providerId="LiveId" clId="{C43795BE-FD8D-4061-92A5-E87B58C26D22}" dt="2025-07-02T18:43:25.783" v="1511" actId="20577"/>
          <ac:spMkLst>
            <pc:docMk/>
            <pc:sldMk cId="4242924006" sldId="272"/>
            <ac:spMk id="11" creationId="{7BE9B31A-ECD5-B74A-63B2-CDDF3AED2694}"/>
          </ac:spMkLst>
        </pc:spChg>
        <pc:spChg chg="add mod">
          <ac:chgData name="shadab Hussain" userId="0f634b01f6a75549" providerId="LiveId" clId="{C43795BE-FD8D-4061-92A5-E87B58C26D22}" dt="2025-07-08T09:42:19.717" v="4596" actId="108"/>
          <ac:spMkLst>
            <pc:docMk/>
            <pc:sldMk cId="4242924006" sldId="272"/>
            <ac:spMk id="12" creationId="{C0944462-72EB-EC62-4AB6-9608F14E8F6C}"/>
          </ac:spMkLst>
        </pc:spChg>
        <pc:picChg chg="add mod">
          <ac:chgData name="shadab Hussain" userId="0f634b01f6a75549" providerId="LiveId" clId="{C43795BE-FD8D-4061-92A5-E87B58C26D22}" dt="2025-07-08T09:50:57.442" v="4660" actId="108"/>
          <ac:picMkLst>
            <pc:docMk/>
            <pc:sldMk cId="4242924006" sldId="272"/>
            <ac:picMk id="10" creationId="{CFF1FF0C-2166-EB68-660A-9D53BBB2C9FD}"/>
          </ac:picMkLst>
        </pc:picChg>
      </pc:sldChg>
      <pc:sldChg chg="addSp delSp modSp new mod">
        <pc:chgData name="shadab Hussain" userId="0f634b01f6a75549" providerId="LiveId" clId="{C43795BE-FD8D-4061-92A5-E87B58C26D22}" dt="2025-07-08T09:51:00.030" v="4661" actId="108"/>
        <pc:sldMkLst>
          <pc:docMk/>
          <pc:sldMk cId="3506431474" sldId="273"/>
        </pc:sldMkLst>
        <pc:spChg chg="mod">
          <ac:chgData name="shadab Hussain" userId="0f634b01f6a75549" providerId="LiveId" clId="{C43795BE-FD8D-4061-92A5-E87B58C26D22}" dt="2025-07-08T09:42:52.867" v="4599" actId="108"/>
          <ac:spMkLst>
            <pc:docMk/>
            <pc:sldMk cId="3506431474" sldId="273"/>
            <ac:spMk id="2" creationId="{36BF3688-62D3-505A-86DA-A24A0175563C}"/>
          </ac:spMkLst>
        </pc:spChg>
        <pc:spChg chg="add mod">
          <ac:chgData name="shadab Hussain" userId="0f634b01f6a75549" providerId="LiveId" clId="{C43795BE-FD8D-4061-92A5-E87B58C26D22}" dt="2025-07-08T09:43:01.533" v="4600" actId="108"/>
          <ac:spMkLst>
            <pc:docMk/>
            <pc:sldMk cId="3506431474" sldId="273"/>
            <ac:spMk id="3" creationId="{C9231166-86B7-D1ED-CC76-6CB453F4B281}"/>
          </ac:spMkLst>
        </pc:spChg>
        <pc:picChg chg="add mod">
          <ac:chgData name="shadab Hussain" userId="0f634b01f6a75549" providerId="LiveId" clId="{C43795BE-FD8D-4061-92A5-E87B58C26D22}" dt="2025-07-08T09:51:00.030" v="4661" actId="108"/>
          <ac:picMkLst>
            <pc:docMk/>
            <pc:sldMk cId="3506431474" sldId="273"/>
            <ac:picMk id="5" creationId="{14DB234B-1143-3177-9A94-F5FD9D76E4F8}"/>
          </ac:picMkLst>
        </pc:picChg>
      </pc:sldChg>
      <pc:sldChg chg="addSp delSp modSp new mod">
        <pc:chgData name="shadab Hussain" userId="0f634b01f6a75549" providerId="LiveId" clId="{C43795BE-FD8D-4061-92A5-E87B58C26D22}" dt="2025-07-08T09:51:04.100" v="4663" actId="108"/>
        <pc:sldMkLst>
          <pc:docMk/>
          <pc:sldMk cId="2338726305" sldId="274"/>
        </pc:sldMkLst>
        <pc:spChg chg="mod">
          <ac:chgData name="shadab Hussain" userId="0f634b01f6a75549" providerId="LiveId" clId="{C43795BE-FD8D-4061-92A5-E87B58C26D22}" dt="2025-07-08T09:43:08.731" v="4602" actId="27636"/>
          <ac:spMkLst>
            <pc:docMk/>
            <pc:sldMk cId="2338726305" sldId="274"/>
            <ac:spMk id="2" creationId="{DC006495-51FE-C492-D968-392C92B1E0A9}"/>
          </ac:spMkLst>
        </pc:spChg>
        <pc:spChg chg="add del mod">
          <ac:chgData name="shadab Hussain" userId="0f634b01f6a75549" providerId="LiveId" clId="{C43795BE-FD8D-4061-92A5-E87B58C26D22}" dt="2025-07-08T09:43:33.451" v="4605" actId="14100"/>
          <ac:spMkLst>
            <pc:docMk/>
            <pc:sldMk cId="2338726305" sldId="274"/>
            <ac:spMk id="3" creationId="{1DE43957-93D4-6AF5-9786-BC8B121C1BF3}"/>
          </ac:spMkLst>
        </pc:spChg>
        <pc:spChg chg="add mod">
          <ac:chgData name="shadab Hussain" userId="0f634b01f6a75549" providerId="LiveId" clId="{C43795BE-FD8D-4061-92A5-E87B58C26D22}" dt="2025-07-08T09:43:43.547" v="4607" actId="27636"/>
          <ac:spMkLst>
            <pc:docMk/>
            <pc:sldMk cId="2338726305" sldId="274"/>
            <ac:spMk id="8" creationId="{A2E559E5-EE18-B636-1852-7F5519400A25}"/>
          </ac:spMkLst>
        </pc:spChg>
        <pc:spChg chg="add mod">
          <ac:chgData name="shadab Hussain" userId="0f634b01f6a75549" providerId="LiveId" clId="{C43795BE-FD8D-4061-92A5-E87B58C26D22}" dt="2025-07-08T09:44:04.810" v="4612" actId="27636"/>
          <ac:spMkLst>
            <pc:docMk/>
            <pc:sldMk cId="2338726305" sldId="274"/>
            <ac:spMk id="9" creationId="{3630AA1F-95EE-5C37-4CA3-4093BA8606E3}"/>
          </ac:spMkLst>
        </pc:spChg>
        <pc:picChg chg="add mod">
          <ac:chgData name="shadab Hussain" userId="0f634b01f6a75549" providerId="LiveId" clId="{C43795BE-FD8D-4061-92A5-E87B58C26D22}" dt="2025-07-08T09:51:02.303" v="4662" actId="108"/>
          <ac:picMkLst>
            <pc:docMk/>
            <pc:sldMk cId="2338726305" sldId="274"/>
            <ac:picMk id="7" creationId="{C1F6A5AC-EA33-3AD8-BA66-1B1C52260EFB}"/>
          </ac:picMkLst>
        </pc:picChg>
        <pc:picChg chg="add mod">
          <ac:chgData name="shadab Hussain" userId="0f634b01f6a75549" providerId="LiveId" clId="{C43795BE-FD8D-4061-92A5-E87B58C26D22}" dt="2025-07-08T09:51:04.100" v="4663" actId="108"/>
          <ac:picMkLst>
            <pc:docMk/>
            <pc:sldMk cId="2338726305" sldId="274"/>
            <ac:picMk id="17" creationId="{DC210E9A-373D-3ECC-45DF-05484D09E9F0}"/>
          </ac:picMkLst>
        </pc:picChg>
      </pc:sldChg>
      <pc:sldChg chg="addSp modSp new mod">
        <pc:chgData name="shadab Hussain" userId="0f634b01f6a75549" providerId="LiveId" clId="{C43795BE-FD8D-4061-92A5-E87B58C26D22}" dt="2025-07-08T09:51:12.845" v="4665" actId="108"/>
        <pc:sldMkLst>
          <pc:docMk/>
          <pc:sldMk cId="1380565409" sldId="275"/>
        </pc:sldMkLst>
        <pc:spChg chg="mod">
          <ac:chgData name="shadab Hussain" userId="0f634b01f6a75549" providerId="LiveId" clId="{C43795BE-FD8D-4061-92A5-E87B58C26D22}" dt="2025-07-08T09:44:19.187" v="4614" actId="14100"/>
          <ac:spMkLst>
            <pc:docMk/>
            <pc:sldMk cId="1380565409" sldId="275"/>
            <ac:spMk id="2" creationId="{04B31D05-2015-74EA-85BD-F3D8F8FE0E0C}"/>
          </ac:spMkLst>
        </pc:spChg>
        <pc:spChg chg="mod">
          <ac:chgData name="shadab Hussain" userId="0f634b01f6a75549" providerId="LiveId" clId="{C43795BE-FD8D-4061-92A5-E87B58C26D22}" dt="2025-07-08T09:44:28.653" v="4615" actId="108"/>
          <ac:spMkLst>
            <pc:docMk/>
            <pc:sldMk cId="1380565409" sldId="275"/>
            <ac:spMk id="3" creationId="{0C05ACFA-C048-EA38-EB80-24E3D795486B}"/>
          </ac:spMkLst>
        </pc:spChg>
        <pc:spChg chg="add mod">
          <ac:chgData name="shadab Hussain" userId="0f634b01f6a75549" providerId="LiveId" clId="{C43795BE-FD8D-4061-92A5-E87B58C26D22}" dt="2025-07-08T09:44:38.746" v="4617" actId="27636"/>
          <ac:spMkLst>
            <pc:docMk/>
            <pc:sldMk cId="1380565409" sldId="275"/>
            <ac:spMk id="6" creationId="{F2ABB783-89DE-1CE8-C601-1EDAA53942E7}"/>
          </ac:spMkLst>
        </pc:spChg>
        <pc:spChg chg="add mod">
          <ac:chgData name="shadab Hussain" userId="0f634b01f6a75549" providerId="LiveId" clId="{C43795BE-FD8D-4061-92A5-E87B58C26D22}" dt="2025-07-08T09:44:50.340" v="4620" actId="27636"/>
          <ac:spMkLst>
            <pc:docMk/>
            <pc:sldMk cId="1380565409" sldId="275"/>
            <ac:spMk id="7" creationId="{F7C8ED6F-A17C-94C1-1E24-76206FCE841B}"/>
          </ac:spMkLst>
        </pc:spChg>
        <pc:picChg chg="add mod">
          <ac:chgData name="shadab Hussain" userId="0f634b01f6a75549" providerId="LiveId" clId="{C43795BE-FD8D-4061-92A5-E87B58C26D22}" dt="2025-07-08T09:51:11.037" v="4664" actId="108"/>
          <ac:picMkLst>
            <pc:docMk/>
            <pc:sldMk cId="1380565409" sldId="275"/>
            <ac:picMk id="5" creationId="{70780DF8-AFE2-1F89-4FF8-67204D4D5C2A}"/>
          </ac:picMkLst>
        </pc:picChg>
        <pc:picChg chg="add mod">
          <ac:chgData name="shadab Hussain" userId="0f634b01f6a75549" providerId="LiveId" clId="{C43795BE-FD8D-4061-92A5-E87B58C26D22}" dt="2025-07-08T09:51:12.845" v="4665" actId="108"/>
          <ac:picMkLst>
            <pc:docMk/>
            <pc:sldMk cId="1380565409" sldId="275"/>
            <ac:picMk id="11" creationId="{D1045222-C856-EFFC-BC6F-11851305B5AD}"/>
          </ac:picMkLst>
        </pc:picChg>
      </pc:sldChg>
      <pc:sldChg chg="addSp modSp new mod">
        <pc:chgData name="shadab Hussain" userId="0f634b01f6a75549" providerId="LiveId" clId="{C43795BE-FD8D-4061-92A5-E87B58C26D22}" dt="2025-07-08T09:51:20.526" v="4667" actId="108"/>
        <pc:sldMkLst>
          <pc:docMk/>
          <pc:sldMk cId="2705026750" sldId="276"/>
        </pc:sldMkLst>
        <pc:spChg chg="mod">
          <ac:chgData name="shadab Hussain" userId="0f634b01f6a75549" providerId="LiveId" clId="{C43795BE-FD8D-4061-92A5-E87B58C26D22}" dt="2025-07-08T09:45:02.403" v="4621" actId="108"/>
          <ac:spMkLst>
            <pc:docMk/>
            <pc:sldMk cId="2705026750" sldId="276"/>
            <ac:spMk id="2" creationId="{4D8E8392-93CE-3B1C-2C3A-076CA5291DDF}"/>
          </ac:spMkLst>
        </pc:spChg>
        <pc:spChg chg="mod">
          <ac:chgData name="shadab Hussain" userId="0f634b01f6a75549" providerId="LiveId" clId="{C43795BE-FD8D-4061-92A5-E87B58C26D22}" dt="2025-07-08T09:45:14.986" v="4623" actId="14100"/>
          <ac:spMkLst>
            <pc:docMk/>
            <pc:sldMk cId="2705026750" sldId="276"/>
            <ac:spMk id="3" creationId="{7F805F17-AF6D-E991-2C00-B3027223D70A}"/>
          </ac:spMkLst>
        </pc:spChg>
        <pc:spChg chg="add mod">
          <ac:chgData name="shadab Hussain" userId="0f634b01f6a75549" providerId="LiveId" clId="{C43795BE-FD8D-4061-92A5-E87B58C26D22}" dt="2025-07-08T09:45:30.212" v="4626" actId="14100"/>
          <ac:spMkLst>
            <pc:docMk/>
            <pc:sldMk cId="2705026750" sldId="276"/>
            <ac:spMk id="4" creationId="{EBAD58F8-4FC7-633C-6158-AF5A82665BC6}"/>
          </ac:spMkLst>
        </pc:spChg>
        <pc:spChg chg="add mod">
          <ac:chgData name="shadab Hussain" userId="0f634b01f6a75549" providerId="LiveId" clId="{C43795BE-FD8D-4061-92A5-E87B58C26D22}" dt="2025-07-05T19:33:05.992" v="2602" actId="20577"/>
          <ac:spMkLst>
            <pc:docMk/>
            <pc:sldMk cId="2705026750" sldId="276"/>
            <ac:spMk id="6" creationId="{E9910762-A8A5-479A-0A2F-5D5772622152}"/>
          </ac:spMkLst>
        </pc:spChg>
        <pc:spChg chg="add mod">
          <ac:chgData name="shadab Hussain" userId="0f634b01f6a75549" providerId="LiveId" clId="{C43795BE-FD8D-4061-92A5-E87B58C26D22}" dt="2025-07-08T09:45:21.646" v="4624" actId="108"/>
          <ac:spMkLst>
            <pc:docMk/>
            <pc:sldMk cId="2705026750" sldId="276"/>
            <ac:spMk id="7" creationId="{81E559C3-9F6F-6E08-361F-0D8E98B36762}"/>
          </ac:spMkLst>
        </pc:spChg>
        <pc:picChg chg="add mod">
          <ac:chgData name="shadab Hussain" userId="0f634b01f6a75549" providerId="LiveId" clId="{C43795BE-FD8D-4061-92A5-E87B58C26D22}" dt="2025-07-08T09:51:18.525" v="4666" actId="108"/>
          <ac:picMkLst>
            <pc:docMk/>
            <pc:sldMk cId="2705026750" sldId="276"/>
            <ac:picMk id="5" creationId="{270465C3-DC65-3232-706C-EF3D279E5881}"/>
          </ac:picMkLst>
        </pc:picChg>
        <pc:picChg chg="add mod">
          <ac:chgData name="shadab Hussain" userId="0f634b01f6a75549" providerId="LiveId" clId="{C43795BE-FD8D-4061-92A5-E87B58C26D22}" dt="2025-07-08T09:51:20.526" v="4667" actId="108"/>
          <ac:picMkLst>
            <pc:docMk/>
            <pc:sldMk cId="2705026750" sldId="276"/>
            <ac:picMk id="9" creationId="{B41DCD34-EF26-C125-AB61-7A9A25DFB9C1}"/>
          </ac:picMkLst>
        </pc:picChg>
      </pc:sldChg>
      <pc:sldChg chg="addSp delSp modSp new mod">
        <pc:chgData name="shadab Hussain" userId="0f634b01f6a75549" providerId="LiveId" clId="{C43795BE-FD8D-4061-92A5-E87B58C26D22}" dt="2025-07-08T09:51:29.895" v="4669" actId="108"/>
        <pc:sldMkLst>
          <pc:docMk/>
          <pc:sldMk cId="1307047089" sldId="277"/>
        </pc:sldMkLst>
        <pc:spChg chg="mod">
          <ac:chgData name="shadab Hussain" userId="0f634b01f6a75549" providerId="LiveId" clId="{C43795BE-FD8D-4061-92A5-E87B58C26D22}" dt="2025-07-08T09:48:10.877" v="4627" actId="108"/>
          <ac:spMkLst>
            <pc:docMk/>
            <pc:sldMk cId="1307047089" sldId="277"/>
            <ac:spMk id="2" creationId="{9605F4F0-DAF5-4B0B-A286-E58769DF3569}"/>
          </ac:spMkLst>
        </pc:spChg>
        <pc:spChg chg="mod">
          <ac:chgData name="shadab Hussain" userId="0f634b01f6a75549" providerId="LiveId" clId="{C43795BE-FD8D-4061-92A5-E87B58C26D22}" dt="2025-07-08T09:48:33.963" v="4629" actId="14100"/>
          <ac:spMkLst>
            <pc:docMk/>
            <pc:sldMk cId="1307047089" sldId="277"/>
            <ac:spMk id="3" creationId="{3EC3CFA6-2B39-AAE7-55FB-8EBEF7BB6217}"/>
          </ac:spMkLst>
        </pc:spChg>
        <pc:spChg chg="add mod">
          <ac:chgData name="shadab Hussain" userId="0f634b01f6a75549" providerId="LiveId" clId="{C43795BE-FD8D-4061-92A5-E87B58C26D22}" dt="2025-07-08T09:49:27.076" v="4636" actId="27636"/>
          <ac:spMkLst>
            <pc:docMk/>
            <pc:sldMk cId="1307047089" sldId="277"/>
            <ac:spMk id="6" creationId="{B1313E1B-A162-0870-A2C8-3108423BA494}"/>
          </ac:spMkLst>
        </pc:spChg>
        <pc:spChg chg="add mod">
          <ac:chgData name="shadab Hussain" userId="0f634b01f6a75549" providerId="LiveId" clId="{C43795BE-FD8D-4061-92A5-E87B58C26D22}" dt="2025-07-06T18:48:52.282" v="2910" actId="20577"/>
          <ac:spMkLst>
            <pc:docMk/>
            <pc:sldMk cId="1307047089" sldId="277"/>
            <ac:spMk id="7" creationId="{5CFE0B30-7A6A-A7E1-7231-8E990C92A84A}"/>
          </ac:spMkLst>
        </pc:spChg>
        <pc:spChg chg="add mod">
          <ac:chgData name="shadab Hussain" userId="0f634b01f6a75549" providerId="LiveId" clId="{C43795BE-FD8D-4061-92A5-E87B58C26D22}" dt="2025-07-08T09:49:04.185" v="4634" actId="108"/>
          <ac:spMkLst>
            <pc:docMk/>
            <pc:sldMk cId="1307047089" sldId="277"/>
            <ac:spMk id="10" creationId="{5989873E-A93B-CE60-57E7-84BFC7876110}"/>
          </ac:spMkLst>
        </pc:spChg>
        <pc:picChg chg="add mod">
          <ac:chgData name="shadab Hussain" userId="0f634b01f6a75549" providerId="LiveId" clId="{C43795BE-FD8D-4061-92A5-E87B58C26D22}" dt="2025-07-08T09:51:29.895" v="4669" actId="108"/>
          <ac:picMkLst>
            <pc:docMk/>
            <pc:sldMk cId="1307047089" sldId="277"/>
            <ac:picMk id="5" creationId="{9F4C9384-3545-DD57-FE1B-0E2636302BF4}"/>
          </ac:picMkLst>
        </pc:picChg>
        <pc:picChg chg="add mod">
          <ac:chgData name="shadab Hussain" userId="0f634b01f6a75549" providerId="LiveId" clId="{C43795BE-FD8D-4061-92A5-E87B58C26D22}" dt="2025-07-08T09:51:27.485" v="4668" actId="108"/>
          <ac:picMkLst>
            <pc:docMk/>
            <pc:sldMk cId="1307047089" sldId="277"/>
            <ac:picMk id="14" creationId="{F07D6112-BB90-5523-9235-450004AADB75}"/>
          </ac:picMkLst>
        </pc:picChg>
      </pc:sldChg>
      <pc:sldChg chg="addSp delSp modSp new mod">
        <pc:chgData name="shadab Hussain" userId="0f634b01f6a75549" providerId="LiveId" clId="{C43795BE-FD8D-4061-92A5-E87B58C26D22}" dt="2025-07-08T09:51:32.078" v="4670" actId="108"/>
        <pc:sldMkLst>
          <pc:docMk/>
          <pc:sldMk cId="1497126064" sldId="278"/>
        </pc:sldMkLst>
        <pc:spChg chg="mod">
          <ac:chgData name="shadab Hussain" userId="0f634b01f6a75549" providerId="LiveId" clId="{C43795BE-FD8D-4061-92A5-E87B58C26D22}" dt="2025-07-08T09:49:33.895" v="4637" actId="108"/>
          <ac:spMkLst>
            <pc:docMk/>
            <pc:sldMk cId="1497126064" sldId="278"/>
            <ac:spMk id="2" creationId="{AAB2A938-6009-91A6-5F05-B35D8C7D124B}"/>
          </ac:spMkLst>
        </pc:spChg>
        <pc:spChg chg="mod">
          <ac:chgData name="shadab Hussain" userId="0f634b01f6a75549" providerId="LiveId" clId="{C43795BE-FD8D-4061-92A5-E87B58C26D22}" dt="2025-07-08T09:49:45.338" v="4639" actId="27636"/>
          <ac:spMkLst>
            <pc:docMk/>
            <pc:sldMk cId="1497126064" sldId="278"/>
            <ac:spMk id="3" creationId="{87C8EA2D-222D-5F55-06FB-2085FCC074D1}"/>
          </ac:spMkLst>
        </pc:spChg>
        <pc:spChg chg="add del mod">
          <ac:chgData name="shadab Hussain" userId="0f634b01f6a75549" providerId="LiveId" clId="{C43795BE-FD8D-4061-92A5-E87B58C26D22}" dt="2025-07-07T19:11:24.003" v="3850" actId="478"/>
          <ac:spMkLst>
            <pc:docMk/>
            <pc:sldMk cId="1497126064" sldId="278"/>
            <ac:spMk id="6" creationId="{EC7FEDD5-4729-ACF7-EE9A-462601AEADB8}"/>
          </ac:spMkLst>
        </pc:spChg>
        <pc:picChg chg="add mod">
          <ac:chgData name="shadab Hussain" userId="0f634b01f6a75549" providerId="LiveId" clId="{C43795BE-FD8D-4061-92A5-E87B58C26D22}" dt="2025-07-08T09:51:32.078" v="4670" actId="108"/>
          <ac:picMkLst>
            <pc:docMk/>
            <pc:sldMk cId="1497126064" sldId="278"/>
            <ac:picMk id="5" creationId="{FEFFFA3E-F040-B261-717E-B3470D60F181}"/>
          </ac:picMkLst>
        </pc:picChg>
      </pc:sldChg>
      <pc:sldChg chg="addSp delSp modSp new mod">
        <pc:chgData name="shadab Hussain" userId="0f634b01f6a75549" providerId="LiveId" clId="{C43795BE-FD8D-4061-92A5-E87B58C26D22}" dt="2025-07-08T09:51:39.341" v="4672" actId="108"/>
        <pc:sldMkLst>
          <pc:docMk/>
          <pc:sldMk cId="3337446911" sldId="279"/>
        </pc:sldMkLst>
        <pc:spChg chg="mod">
          <ac:chgData name="shadab Hussain" userId="0f634b01f6a75549" providerId="LiveId" clId="{C43795BE-FD8D-4061-92A5-E87B58C26D22}" dt="2025-07-08T09:49:51.870" v="4641" actId="27636"/>
          <ac:spMkLst>
            <pc:docMk/>
            <pc:sldMk cId="3337446911" sldId="279"/>
            <ac:spMk id="2" creationId="{FB0BD3CD-D232-BBE4-B60F-D3F1C83E5036}"/>
          </ac:spMkLst>
        </pc:spChg>
        <pc:spChg chg="mod">
          <ac:chgData name="shadab Hussain" userId="0f634b01f6a75549" providerId="LiveId" clId="{C43795BE-FD8D-4061-92A5-E87B58C26D22}" dt="2025-07-08T09:50:02.860" v="4643" actId="14100"/>
          <ac:spMkLst>
            <pc:docMk/>
            <pc:sldMk cId="3337446911" sldId="279"/>
            <ac:spMk id="3" creationId="{D50C01FE-D71E-DB00-B27B-8213731AA72B}"/>
          </ac:spMkLst>
        </pc:spChg>
        <pc:spChg chg="add del mod">
          <ac:chgData name="shadab Hussain" userId="0f634b01f6a75549" providerId="LiveId" clId="{C43795BE-FD8D-4061-92A5-E87B58C26D22}" dt="2025-07-08T09:50:25.662" v="4653" actId="27636"/>
          <ac:spMkLst>
            <pc:docMk/>
            <pc:sldMk cId="3337446911" sldId="279"/>
            <ac:spMk id="6" creationId="{C4949EF3-B1A3-C08B-5C7C-578C6E8A9CDB}"/>
          </ac:spMkLst>
        </pc:spChg>
        <pc:spChg chg="add mod">
          <ac:chgData name="shadab Hussain" userId="0f634b01f6a75549" providerId="LiveId" clId="{C43795BE-FD8D-4061-92A5-E87B58C26D22}" dt="2025-07-08T09:50:31.405" v="4655" actId="27636"/>
          <ac:spMkLst>
            <pc:docMk/>
            <pc:sldMk cId="3337446911" sldId="279"/>
            <ac:spMk id="7" creationId="{AF4D58DB-1991-B10D-0F0B-D4EB8344182F}"/>
          </ac:spMkLst>
        </pc:spChg>
        <pc:picChg chg="add mod">
          <ac:chgData name="shadab Hussain" userId="0f634b01f6a75549" providerId="LiveId" clId="{C43795BE-FD8D-4061-92A5-E87B58C26D22}" dt="2025-07-08T09:51:36.669" v="4671" actId="108"/>
          <ac:picMkLst>
            <pc:docMk/>
            <pc:sldMk cId="3337446911" sldId="279"/>
            <ac:picMk id="5" creationId="{C04E8BC2-8D2D-A6CD-D383-BF830BB750BE}"/>
          </ac:picMkLst>
        </pc:picChg>
        <pc:picChg chg="add mod">
          <ac:chgData name="shadab Hussain" userId="0f634b01f6a75549" providerId="LiveId" clId="{C43795BE-FD8D-4061-92A5-E87B58C26D22}" dt="2025-07-08T09:51:39.341" v="4672" actId="108"/>
          <ac:picMkLst>
            <pc:docMk/>
            <pc:sldMk cId="3337446911" sldId="279"/>
            <ac:picMk id="10" creationId="{655F0D17-DB9E-2EDC-3AD1-1840270D8FBB}"/>
          </ac:picMkLst>
        </pc:picChg>
      </pc:sldChg>
      <pc:sldChg chg="addSp modSp new mod">
        <pc:chgData name="shadab Hussain" userId="0f634b01f6a75549" providerId="LiveId" clId="{C43795BE-FD8D-4061-92A5-E87B58C26D22}" dt="2025-07-08T09:51:42.142" v="4673" actId="108"/>
        <pc:sldMkLst>
          <pc:docMk/>
          <pc:sldMk cId="1942608930" sldId="280"/>
        </pc:sldMkLst>
        <pc:spChg chg="mod">
          <ac:chgData name="shadab Hussain" userId="0f634b01f6a75549" providerId="LiveId" clId="{C43795BE-FD8D-4061-92A5-E87B58C26D22}" dt="2025-07-08T09:50:39.008" v="4657" actId="27636"/>
          <ac:spMkLst>
            <pc:docMk/>
            <pc:sldMk cId="1942608930" sldId="280"/>
            <ac:spMk id="2" creationId="{22316AF2-31F4-36FE-745A-62568B2EECB1}"/>
          </ac:spMkLst>
        </pc:spChg>
        <pc:spChg chg="mod">
          <ac:chgData name="shadab Hussain" userId="0f634b01f6a75549" providerId="LiveId" clId="{C43795BE-FD8D-4061-92A5-E87B58C26D22}" dt="2025-07-08T09:50:48.970" v="4659" actId="27636"/>
          <ac:spMkLst>
            <pc:docMk/>
            <pc:sldMk cId="1942608930" sldId="280"/>
            <ac:spMk id="3" creationId="{9CD9BB82-BB67-203E-F14F-978DCE17CC6C}"/>
          </ac:spMkLst>
        </pc:spChg>
        <pc:picChg chg="add mod">
          <ac:chgData name="shadab Hussain" userId="0f634b01f6a75549" providerId="LiveId" clId="{C43795BE-FD8D-4061-92A5-E87B58C26D22}" dt="2025-07-08T09:51:42.142" v="4673" actId="108"/>
          <ac:picMkLst>
            <pc:docMk/>
            <pc:sldMk cId="1942608930" sldId="280"/>
            <ac:picMk id="5" creationId="{D60A52EC-D0E8-CE2A-5A58-38EBD9AF9D3C}"/>
          </ac:picMkLst>
        </pc:picChg>
      </pc:sldChg>
      <pc:sldChg chg="addSp delSp modSp new mod">
        <pc:chgData name="shadab Hussain" userId="0f634b01f6a75549" providerId="LiveId" clId="{C43795BE-FD8D-4061-92A5-E87B58C26D22}" dt="2025-07-08T18:03:17.125" v="4795" actId="27107"/>
        <pc:sldMkLst>
          <pc:docMk/>
          <pc:sldMk cId="936593138" sldId="281"/>
        </pc:sldMkLst>
        <pc:spChg chg="add mod">
          <ac:chgData name="shadab Hussain" userId="0f634b01f6a75549" providerId="LiveId" clId="{C43795BE-FD8D-4061-92A5-E87B58C26D22}" dt="2025-07-08T18:03:17.125" v="4795" actId="27107"/>
          <ac:spMkLst>
            <pc:docMk/>
            <pc:sldMk cId="936593138" sldId="281"/>
            <ac:spMk id="11" creationId="{E5B3343B-EAA0-B33F-E029-78A4E8F61882}"/>
          </ac:spMkLst>
        </pc:spChg>
        <pc:picChg chg="add mod">
          <ac:chgData name="shadab Hussain" userId="0f634b01f6a75549" providerId="LiveId" clId="{C43795BE-FD8D-4061-92A5-E87B58C26D22}" dt="2025-07-06T20:01:01.482" v="3706" actId="108"/>
          <ac:picMkLst>
            <pc:docMk/>
            <pc:sldMk cId="936593138" sldId="281"/>
            <ac:picMk id="12" creationId="{C367212E-6195-7F8F-32ED-41128F16B120}"/>
          </ac:picMkLst>
        </pc:picChg>
      </pc:sldChg>
      <pc:sldChg chg="addSp delSp modSp new mod setBg">
        <pc:chgData name="shadab Hussain" userId="0f634b01f6a75549" providerId="LiveId" clId="{C43795BE-FD8D-4061-92A5-E87B58C26D22}" dt="2025-07-08T09:52:05.668" v="4678" actId="1076"/>
        <pc:sldMkLst>
          <pc:docMk/>
          <pc:sldMk cId="1528836544" sldId="282"/>
        </pc:sldMkLst>
        <pc:spChg chg="del">
          <ac:chgData name="shadab Hussain" userId="0f634b01f6a75549" providerId="LiveId" clId="{C43795BE-FD8D-4061-92A5-E87B58C26D22}" dt="2025-07-07T19:35:49.809" v="3852" actId="478"/>
          <ac:spMkLst>
            <pc:docMk/>
            <pc:sldMk cId="1528836544" sldId="282"/>
            <ac:spMk id="2" creationId="{DFB924E4-A00B-B449-18E6-15E85913BFF1}"/>
          </ac:spMkLst>
        </pc:spChg>
        <pc:spChg chg="del">
          <ac:chgData name="shadab Hussain" userId="0f634b01f6a75549" providerId="LiveId" clId="{C43795BE-FD8D-4061-92A5-E87B58C26D22}" dt="2025-07-07T19:35:50.690" v="3853" actId="478"/>
          <ac:spMkLst>
            <pc:docMk/>
            <pc:sldMk cId="1528836544" sldId="282"/>
            <ac:spMk id="3" creationId="{FF1A481D-0F00-AF18-5E39-76E50DCF194C}"/>
          </ac:spMkLst>
        </pc:spChg>
        <pc:spChg chg="add mod">
          <ac:chgData name="shadab Hussain" userId="0f634b01f6a75549" providerId="LiveId" clId="{C43795BE-FD8D-4061-92A5-E87B58C26D22}" dt="2025-07-07T19:37:29.230" v="3884" actId="207"/>
          <ac:spMkLst>
            <pc:docMk/>
            <pc:sldMk cId="1528836544" sldId="282"/>
            <ac:spMk id="6" creationId="{BEC37DD3-933D-F684-33BF-EED286641EFE}"/>
          </ac:spMkLst>
        </pc:spChg>
        <pc:spChg chg="add del">
          <ac:chgData name="shadab Hussain" userId="0f634b01f6a75549" providerId="LiveId" clId="{C43795BE-FD8D-4061-92A5-E87B58C26D22}" dt="2025-07-07T19:36:29.317" v="3863" actId="26606"/>
          <ac:spMkLst>
            <pc:docMk/>
            <pc:sldMk cId="1528836544" sldId="282"/>
            <ac:spMk id="10" creationId="{AB8C311F-7253-4AED-9701-7FC0708C41C7}"/>
          </ac:spMkLst>
        </pc:spChg>
        <pc:spChg chg="add del">
          <ac:chgData name="shadab Hussain" userId="0f634b01f6a75549" providerId="LiveId" clId="{C43795BE-FD8D-4061-92A5-E87B58C26D22}" dt="2025-07-07T19:36:29.317" v="3863" actId="26606"/>
          <ac:spMkLst>
            <pc:docMk/>
            <pc:sldMk cId="1528836544" sldId="282"/>
            <ac:spMk id="12" creationId="{E2384209-CB15-4CDF-9D31-C44FD9A3F20D}"/>
          </ac:spMkLst>
        </pc:spChg>
        <pc:spChg chg="add del">
          <ac:chgData name="shadab Hussain" userId="0f634b01f6a75549" providerId="LiveId" clId="{C43795BE-FD8D-4061-92A5-E87B58C26D22}" dt="2025-07-07T19:36:29.317" v="3863" actId="26606"/>
          <ac:spMkLst>
            <pc:docMk/>
            <pc:sldMk cId="1528836544" sldId="282"/>
            <ac:spMk id="14" creationId="{2633B3B5-CC90-43F0-8714-D31D1F3F0209}"/>
          </ac:spMkLst>
        </pc:spChg>
        <pc:spChg chg="add del">
          <ac:chgData name="shadab Hussain" userId="0f634b01f6a75549" providerId="LiveId" clId="{C43795BE-FD8D-4061-92A5-E87B58C26D22}" dt="2025-07-07T19:36:29.317" v="3863" actId="26606"/>
          <ac:spMkLst>
            <pc:docMk/>
            <pc:sldMk cId="1528836544" sldId="282"/>
            <ac:spMk id="16" creationId="{A8D57A06-A426-446D-B02C-A2DC6B62E45E}"/>
          </ac:spMkLst>
        </pc:spChg>
        <pc:spChg chg="add del">
          <ac:chgData name="shadab Hussain" userId="0f634b01f6a75549" providerId="LiveId" clId="{C43795BE-FD8D-4061-92A5-E87B58C26D22}" dt="2025-07-07T19:36:28.871" v="3862" actId="26606"/>
          <ac:spMkLst>
            <pc:docMk/>
            <pc:sldMk cId="1528836544" sldId="282"/>
            <ac:spMk id="21" creationId="{AB8C311F-7253-4AED-9701-7FC0708C41C7}"/>
          </ac:spMkLst>
        </pc:spChg>
        <pc:spChg chg="add del">
          <ac:chgData name="shadab Hussain" userId="0f634b01f6a75549" providerId="LiveId" clId="{C43795BE-FD8D-4061-92A5-E87B58C26D22}" dt="2025-07-07T19:36:28.871" v="3862" actId="26606"/>
          <ac:spMkLst>
            <pc:docMk/>
            <pc:sldMk cId="1528836544" sldId="282"/>
            <ac:spMk id="23" creationId="{E2384209-CB15-4CDF-9D31-C44FD9A3F20D}"/>
          </ac:spMkLst>
        </pc:spChg>
        <pc:spChg chg="add del">
          <ac:chgData name="shadab Hussain" userId="0f634b01f6a75549" providerId="LiveId" clId="{C43795BE-FD8D-4061-92A5-E87B58C26D22}" dt="2025-07-07T19:36:28.871" v="3862" actId="26606"/>
          <ac:spMkLst>
            <pc:docMk/>
            <pc:sldMk cId="1528836544" sldId="282"/>
            <ac:spMk id="25" creationId="{2633B3B5-CC90-43F0-8714-D31D1F3F0209}"/>
          </ac:spMkLst>
        </pc:spChg>
        <pc:spChg chg="add del">
          <ac:chgData name="shadab Hussain" userId="0f634b01f6a75549" providerId="LiveId" clId="{C43795BE-FD8D-4061-92A5-E87B58C26D22}" dt="2025-07-07T19:36:28.871" v="3862" actId="26606"/>
          <ac:spMkLst>
            <pc:docMk/>
            <pc:sldMk cId="1528836544" sldId="282"/>
            <ac:spMk id="27" creationId="{A8D57A06-A426-446D-B02C-A2DC6B62E45E}"/>
          </ac:spMkLst>
        </pc:spChg>
        <pc:picChg chg="add mod">
          <ac:chgData name="shadab Hussain" userId="0f634b01f6a75549" providerId="LiveId" clId="{C43795BE-FD8D-4061-92A5-E87B58C26D22}" dt="2025-07-08T09:52:05.668" v="4678" actId="1076"/>
          <ac:picMkLst>
            <pc:docMk/>
            <pc:sldMk cId="1528836544" sldId="282"/>
            <ac:picMk id="5" creationId="{E384996E-363C-1EB6-F0DA-F56FA426E4C6}"/>
          </ac:picMkLst>
        </pc:picChg>
      </pc:sldChg>
      <pc:sldChg chg="addSp delSp modSp new mod">
        <pc:chgData name="shadab Hussain" userId="0f634b01f6a75549" providerId="LiveId" clId="{C43795BE-FD8D-4061-92A5-E87B58C26D22}" dt="2025-07-08T09:51:44.941" v="4674" actId="108"/>
        <pc:sldMkLst>
          <pc:docMk/>
          <pc:sldMk cId="3781361998" sldId="283"/>
        </pc:sldMkLst>
        <pc:spChg chg="del mod">
          <ac:chgData name="shadab Hussain" userId="0f634b01f6a75549" providerId="LiveId" clId="{C43795BE-FD8D-4061-92A5-E87B58C26D22}" dt="2025-07-07T19:40:41.280" v="3906" actId="478"/>
          <ac:spMkLst>
            <pc:docMk/>
            <pc:sldMk cId="3781361998" sldId="283"/>
            <ac:spMk id="2" creationId="{CFB2FB64-DD87-E629-2E1C-102ADA773D73}"/>
          </ac:spMkLst>
        </pc:spChg>
        <pc:spChg chg="del mod">
          <ac:chgData name="shadab Hussain" userId="0f634b01f6a75549" providerId="LiveId" clId="{C43795BE-FD8D-4061-92A5-E87B58C26D22}" dt="2025-07-07T19:40:38.483" v="3905" actId="478"/>
          <ac:spMkLst>
            <pc:docMk/>
            <pc:sldMk cId="3781361998" sldId="283"/>
            <ac:spMk id="3" creationId="{D2C12820-837D-DE3C-72F0-BAEE81638A90}"/>
          </ac:spMkLst>
        </pc:spChg>
        <pc:spChg chg="add">
          <ac:chgData name="shadab Hussain" userId="0f634b01f6a75549" providerId="LiveId" clId="{C43795BE-FD8D-4061-92A5-E87B58C26D22}" dt="2025-07-07T19:41:43.373" v="3910"/>
          <ac:spMkLst>
            <pc:docMk/>
            <pc:sldMk cId="3781361998" sldId="283"/>
            <ac:spMk id="6" creationId="{14346E75-1FE2-3AC2-3597-D572A8CF5A6E}"/>
          </ac:spMkLst>
        </pc:spChg>
        <pc:spChg chg="add del mod">
          <ac:chgData name="shadab Hussain" userId="0f634b01f6a75549" providerId="LiveId" clId="{C43795BE-FD8D-4061-92A5-E87B58C26D22}" dt="2025-07-07T19:42:11.544" v="3919" actId="478"/>
          <ac:spMkLst>
            <pc:docMk/>
            <pc:sldMk cId="3781361998" sldId="283"/>
            <ac:spMk id="7" creationId="{B9D503AB-64CB-7C89-F888-8D6A90D5F490}"/>
          </ac:spMkLst>
        </pc:spChg>
        <pc:spChg chg="add">
          <ac:chgData name="shadab Hussain" userId="0f634b01f6a75549" providerId="LiveId" clId="{C43795BE-FD8D-4061-92A5-E87B58C26D22}" dt="2025-07-07T19:41:58.448" v="3912"/>
          <ac:spMkLst>
            <pc:docMk/>
            <pc:sldMk cId="3781361998" sldId="283"/>
            <ac:spMk id="8" creationId="{D626B1DF-40F6-32DE-41F5-20BE7F093D95}"/>
          </ac:spMkLst>
        </pc:spChg>
        <pc:spChg chg="add">
          <ac:chgData name="shadab Hussain" userId="0f634b01f6a75549" providerId="LiveId" clId="{C43795BE-FD8D-4061-92A5-E87B58C26D22}" dt="2025-07-07T19:42:02.733" v="3913"/>
          <ac:spMkLst>
            <pc:docMk/>
            <pc:sldMk cId="3781361998" sldId="283"/>
            <ac:spMk id="9" creationId="{1078474F-61EE-4336-0D90-67CE6788767D}"/>
          </ac:spMkLst>
        </pc:spChg>
        <pc:spChg chg="add">
          <ac:chgData name="shadab Hussain" userId="0f634b01f6a75549" providerId="LiveId" clId="{C43795BE-FD8D-4061-92A5-E87B58C26D22}" dt="2025-07-07T19:42:07.742" v="3917"/>
          <ac:spMkLst>
            <pc:docMk/>
            <pc:sldMk cId="3781361998" sldId="283"/>
            <ac:spMk id="10" creationId="{FFF7BAB9-0954-5150-4844-E6F4F997400E}"/>
          </ac:spMkLst>
        </pc:spChg>
        <pc:spChg chg="add del mod">
          <ac:chgData name="shadab Hussain" userId="0f634b01f6a75549" providerId="LiveId" clId="{C43795BE-FD8D-4061-92A5-E87B58C26D22}" dt="2025-07-07T19:42:24.774" v="3922" actId="478"/>
          <ac:spMkLst>
            <pc:docMk/>
            <pc:sldMk cId="3781361998" sldId="283"/>
            <ac:spMk id="11" creationId="{4B937D3E-E3EC-7B0E-E49F-0FA2EE14221B}"/>
          </ac:spMkLst>
        </pc:spChg>
        <pc:spChg chg="add">
          <ac:chgData name="shadab Hussain" userId="0f634b01f6a75549" providerId="LiveId" clId="{C43795BE-FD8D-4061-92A5-E87B58C26D22}" dt="2025-07-07T19:42:19.367" v="3921"/>
          <ac:spMkLst>
            <pc:docMk/>
            <pc:sldMk cId="3781361998" sldId="283"/>
            <ac:spMk id="12" creationId="{67C66ADA-3B52-94DB-0AEA-936C414ACFCF}"/>
          </ac:spMkLst>
        </pc:spChg>
        <pc:spChg chg="add mod">
          <ac:chgData name="shadab Hussain" userId="0f634b01f6a75549" providerId="LiveId" clId="{C43795BE-FD8D-4061-92A5-E87B58C26D22}" dt="2025-07-07T19:48:03.671" v="4254" actId="14100"/>
          <ac:spMkLst>
            <pc:docMk/>
            <pc:sldMk cId="3781361998" sldId="283"/>
            <ac:spMk id="13" creationId="{B54ECB38-9085-B89A-FA14-F45999F18E13}"/>
          </ac:spMkLst>
        </pc:spChg>
        <pc:spChg chg="add mod">
          <ac:chgData name="shadab Hussain" userId="0f634b01f6a75549" providerId="LiveId" clId="{C43795BE-FD8D-4061-92A5-E87B58C26D22}" dt="2025-07-07T19:49:15.015" v="4262" actId="108"/>
          <ac:spMkLst>
            <pc:docMk/>
            <pc:sldMk cId="3781361998" sldId="283"/>
            <ac:spMk id="15" creationId="{56CEA822-F534-25F1-8BE1-0E364722FBCC}"/>
          </ac:spMkLst>
        </pc:spChg>
        <pc:picChg chg="add mod">
          <ac:chgData name="shadab Hussain" userId="0f634b01f6a75549" providerId="LiveId" clId="{C43795BE-FD8D-4061-92A5-E87B58C26D22}" dt="2025-07-08T09:51:44.941" v="4674" actId="108"/>
          <ac:picMkLst>
            <pc:docMk/>
            <pc:sldMk cId="3781361998" sldId="283"/>
            <ac:picMk id="5" creationId="{477E238F-4F35-1EEE-93E3-CB767BEB5838}"/>
          </ac:picMkLst>
        </pc:picChg>
      </pc:sldChg>
      <pc:sldChg chg="addSp delSp modSp new mod setBg">
        <pc:chgData name="shadab Hussain" userId="0f634b01f6a75549" providerId="LiveId" clId="{C43795BE-FD8D-4061-92A5-E87B58C26D22}" dt="2025-07-08T09:51:48.045" v="4675" actId="108"/>
        <pc:sldMkLst>
          <pc:docMk/>
          <pc:sldMk cId="3023184094" sldId="284"/>
        </pc:sldMkLst>
        <pc:spChg chg="del">
          <ac:chgData name="shadab Hussain" userId="0f634b01f6a75549" providerId="LiveId" clId="{C43795BE-FD8D-4061-92A5-E87B58C26D22}" dt="2025-07-07T19:49:27.240" v="4264" actId="478"/>
          <ac:spMkLst>
            <pc:docMk/>
            <pc:sldMk cId="3023184094" sldId="284"/>
            <ac:spMk id="2" creationId="{E02BB72F-5FB7-0E29-EE64-5D75E2123FD0}"/>
          </ac:spMkLst>
        </pc:spChg>
        <pc:spChg chg="del">
          <ac:chgData name="shadab Hussain" userId="0f634b01f6a75549" providerId="LiveId" clId="{C43795BE-FD8D-4061-92A5-E87B58C26D22}" dt="2025-07-07T19:49:28.380" v="4265" actId="478"/>
          <ac:spMkLst>
            <pc:docMk/>
            <pc:sldMk cId="3023184094" sldId="284"/>
            <ac:spMk id="3" creationId="{BF320A9E-113F-25FC-3A12-CC730AD8E31F}"/>
          </ac:spMkLst>
        </pc:spChg>
        <pc:spChg chg="add mod">
          <ac:chgData name="shadab Hussain" userId="0f634b01f6a75549" providerId="LiveId" clId="{C43795BE-FD8D-4061-92A5-E87B58C26D22}" dt="2025-07-07T19:53:38.992" v="4454" actId="26606"/>
          <ac:spMkLst>
            <pc:docMk/>
            <pc:sldMk cId="3023184094" sldId="284"/>
            <ac:spMk id="4" creationId="{C6C629A8-8A58-8CC9-1953-7CC36B24B32C}"/>
          </ac:spMkLst>
        </pc:spChg>
        <pc:spChg chg="add mod">
          <ac:chgData name="shadab Hussain" userId="0f634b01f6a75549" providerId="LiveId" clId="{C43795BE-FD8D-4061-92A5-E87B58C26D22}" dt="2025-07-07T19:53:47.305" v="4457" actId="14100"/>
          <ac:spMkLst>
            <pc:docMk/>
            <pc:sldMk cId="3023184094" sldId="284"/>
            <ac:spMk id="5" creationId="{B1CC0CEB-6E35-5BDB-F07F-08F9B5A54DF0}"/>
          </ac:spMkLst>
        </pc:spChg>
        <pc:spChg chg="add del">
          <ac:chgData name="shadab Hussain" userId="0f634b01f6a75549" providerId="LiveId" clId="{C43795BE-FD8D-4061-92A5-E87B58C26D22}" dt="2025-07-07T19:53:38.992" v="4454" actId="26606"/>
          <ac:spMkLst>
            <pc:docMk/>
            <pc:sldMk cId="3023184094" sldId="284"/>
            <ac:spMk id="12" creationId="{B6FACB3C-9069-4791-BC5C-0DB7CD19B853}"/>
          </ac:spMkLst>
        </pc:spChg>
        <pc:spChg chg="add del">
          <ac:chgData name="shadab Hussain" userId="0f634b01f6a75549" providerId="LiveId" clId="{C43795BE-FD8D-4061-92A5-E87B58C26D22}" dt="2025-07-07T19:53:38.992" v="4454" actId="26606"/>
          <ac:spMkLst>
            <pc:docMk/>
            <pc:sldMk cId="3023184094" sldId="284"/>
            <ac:spMk id="14" creationId="{71F2038E-D777-4B76-81DD-DD13EE91B9DD}"/>
          </ac:spMkLst>
        </pc:spChg>
        <pc:grpChg chg="add del">
          <ac:chgData name="shadab Hussain" userId="0f634b01f6a75549" providerId="LiveId" clId="{C43795BE-FD8D-4061-92A5-E87B58C26D22}" dt="2025-07-07T19:53:38.992" v="4454" actId="26606"/>
          <ac:grpSpMkLst>
            <pc:docMk/>
            <pc:sldMk cId="3023184094" sldId="284"/>
            <ac:grpSpMk id="16" creationId="{DD354807-230F-4402-B1B9-F733A8F1F190}"/>
          </ac:grpSpMkLst>
        </pc:grpChg>
        <pc:picChg chg="add mod">
          <ac:chgData name="shadab Hussain" userId="0f634b01f6a75549" providerId="LiveId" clId="{C43795BE-FD8D-4061-92A5-E87B58C26D22}" dt="2025-07-08T09:51:48.045" v="4675" actId="108"/>
          <ac:picMkLst>
            <pc:docMk/>
            <pc:sldMk cId="3023184094" sldId="284"/>
            <ac:picMk id="7" creationId="{E13D6568-8C2E-2B24-4DE9-547295FF3BC6}"/>
          </ac:picMkLst>
        </pc:picChg>
      </pc:sldChg>
      <pc:sldChg chg="addSp delSp modSp new mod">
        <pc:chgData name="shadab Hussain" userId="0f634b01f6a75549" providerId="LiveId" clId="{C43795BE-FD8D-4061-92A5-E87B58C26D22}" dt="2025-07-08T18:09:41.837" v="4831" actId="108"/>
        <pc:sldMkLst>
          <pc:docMk/>
          <pc:sldMk cId="2686912447" sldId="285"/>
        </pc:sldMkLst>
        <pc:spChg chg="del">
          <ac:chgData name="shadab Hussain" userId="0f634b01f6a75549" providerId="LiveId" clId="{C43795BE-FD8D-4061-92A5-E87B58C26D22}" dt="2025-07-07T19:54:00.366" v="4460" actId="478"/>
          <ac:spMkLst>
            <pc:docMk/>
            <pc:sldMk cId="2686912447" sldId="285"/>
            <ac:spMk id="2" creationId="{C23DDD91-1092-5F33-2327-18B2B78E8364}"/>
          </ac:spMkLst>
        </pc:spChg>
        <pc:spChg chg="del mod">
          <ac:chgData name="shadab Hussain" userId="0f634b01f6a75549" providerId="LiveId" clId="{C43795BE-FD8D-4061-92A5-E87B58C26D22}" dt="2025-07-07T19:54:06.612" v="4462" actId="478"/>
          <ac:spMkLst>
            <pc:docMk/>
            <pc:sldMk cId="2686912447" sldId="285"/>
            <ac:spMk id="3" creationId="{252E86D8-607F-7608-8F62-DBFCE9A4E4C4}"/>
          </ac:spMkLst>
        </pc:spChg>
        <pc:spChg chg="add mod">
          <ac:chgData name="shadab Hussain" userId="0f634b01f6a75549" providerId="LiveId" clId="{C43795BE-FD8D-4061-92A5-E87B58C26D22}" dt="2025-07-08T18:09:41.837" v="4831" actId="108"/>
          <ac:spMkLst>
            <pc:docMk/>
            <pc:sldMk cId="2686912447" sldId="285"/>
            <ac:spMk id="5" creationId="{47314751-DEB3-80A6-A187-08F49E77E5BC}"/>
          </ac:spMkLst>
        </pc:spChg>
        <pc:spChg chg="add mod">
          <ac:chgData name="shadab Hussain" userId="0f634b01f6a75549" providerId="LiveId" clId="{C43795BE-FD8D-4061-92A5-E87B58C26D22}" dt="2025-07-07T19:57:33.704" v="4564" actId="20577"/>
          <ac:spMkLst>
            <pc:docMk/>
            <pc:sldMk cId="2686912447" sldId="285"/>
            <ac:spMk id="7" creationId="{5F180BDA-7B49-7320-7087-D1A822CDD3A5}"/>
          </ac:spMkLst>
        </pc:spChg>
        <pc:picChg chg="add mod">
          <ac:chgData name="shadab Hussain" userId="0f634b01f6a75549" providerId="LiveId" clId="{C43795BE-FD8D-4061-92A5-E87B58C26D22}" dt="2025-07-08T09:51:50.629" v="4676" actId="108"/>
          <ac:picMkLst>
            <pc:docMk/>
            <pc:sldMk cId="2686912447" sldId="285"/>
            <ac:picMk id="9" creationId="{37568742-2254-4EEB-0BAD-CB9F4602C975}"/>
          </ac:picMkLst>
        </pc:picChg>
      </pc:sldChg>
      <pc:sldChg chg="addSp delSp modSp new mod">
        <pc:chgData name="shadab Hussain" userId="0f634b01f6a75549" providerId="LiveId" clId="{C43795BE-FD8D-4061-92A5-E87B58C26D22}" dt="2025-07-08T18:09:58.554" v="4834" actId="14100"/>
        <pc:sldMkLst>
          <pc:docMk/>
          <pc:sldMk cId="3424020555" sldId="286"/>
        </pc:sldMkLst>
        <pc:spChg chg="del">
          <ac:chgData name="shadab Hussain" userId="0f634b01f6a75549" providerId="LiveId" clId="{C43795BE-FD8D-4061-92A5-E87B58C26D22}" dt="2025-07-07T19:58:26.982" v="4573" actId="478"/>
          <ac:spMkLst>
            <pc:docMk/>
            <pc:sldMk cId="3424020555" sldId="286"/>
            <ac:spMk id="2" creationId="{351966FA-B367-75AD-9195-3A0250ED0435}"/>
          </ac:spMkLst>
        </pc:spChg>
        <pc:spChg chg="add mod">
          <ac:chgData name="shadab Hussain" userId="0f634b01f6a75549" providerId="LiveId" clId="{C43795BE-FD8D-4061-92A5-E87B58C26D22}" dt="2025-07-08T18:09:58.554" v="4834" actId="14100"/>
          <ac:spMkLst>
            <pc:docMk/>
            <pc:sldMk cId="3424020555" sldId="286"/>
            <ac:spMk id="3" creationId="{0811BCEC-58D5-CCB5-9AC2-6FED483FE8CA}"/>
          </ac:spMkLst>
        </pc:spChg>
        <pc:spChg chg="del">
          <ac:chgData name="shadab Hussain" userId="0f634b01f6a75549" providerId="LiveId" clId="{C43795BE-FD8D-4061-92A5-E87B58C26D22}" dt="2025-07-07T19:58:29.759" v="4574" actId="478"/>
          <ac:spMkLst>
            <pc:docMk/>
            <pc:sldMk cId="3424020555" sldId="286"/>
            <ac:spMk id="3" creationId="{5C9BD5EA-CCE8-81E2-02A2-740CBABCF1B9}"/>
          </ac:spMkLst>
        </pc:spChg>
        <pc:spChg chg="add">
          <ac:chgData name="shadab Hussain" userId="0f634b01f6a75549" providerId="LiveId" clId="{C43795BE-FD8D-4061-92A5-E87B58C26D22}" dt="2025-07-08T10:40:02.697" v="4682"/>
          <ac:spMkLst>
            <pc:docMk/>
            <pc:sldMk cId="3424020555" sldId="286"/>
            <ac:spMk id="4" creationId="{1D547D1C-0F8A-3752-7028-E4B910AAB039}"/>
          </ac:spMkLst>
        </pc:spChg>
        <pc:spChg chg="add mod">
          <ac:chgData name="shadab Hussain" userId="0f634b01f6a75549" providerId="LiveId" clId="{C43795BE-FD8D-4061-92A5-E87B58C26D22}" dt="2025-07-08T10:40:20.320" v="4685" actId="14100"/>
          <ac:spMkLst>
            <pc:docMk/>
            <pc:sldMk cId="3424020555" sldId="286"/>
            <ac:spMk id="6" creationId="{58C90629-D7C4-FA6B-17FB-FFB811665A7B}"/>
          </ac:spMkLst>
        </pc:spChg>
        <pc:picChg chg="add mod">
          <ac:chgData name="shadab Hussain" userId="0f634b01f6a75549" providerId="LiveId" clId="{C43795BE-FD8D-4061-92A5-E87B58C26D22}" dt="2025-07-08T11:18:35.838" v="4733" actId="108"/>
          <ac:picMkLst>
            <pc:docMk/>
            <pc:sldMk cId="3424020555" sldId="286"/>
            <ac:picMk id="8" creationId="{F89E13F0-FDE2-E1F3-8203-20626DFBF99D}"/>
          </ac:picMkLst>
        </pc:picChg>
      </pc:sldChg>
      <pc:sldChg chg="addSp delSp modSp new mod">
        <pc:chgData name="shadab Hussain" userId="0f634b01f6a75549" providerId="LiveId" clId="{C43795BE-FD8D-4061-92A5-E87B58C26D22}" dt="2025-07-08T18:10:15.466" v="4837" actId="1076"/>
        <pc:sldMkLst>
          <pc:docMk/>
          <pc:sldMk cId="2060487525" sldId="287"/>
        </pc:sldMkLst>
        <pc:spChg chg="del">
          <ac:chgData name="shadab Hussain" userId="0f634b01f6a75549" providerId="LiveId" clId="{C43795BE-FD8D-4061-92A5-E87B58C26D22}" dt="2025-07-08T10:41:51.020" v="4695" actId="478"/>
          <ac:spMkLst>
            <pc:docMk/>
            <pc:sldMk cId="2060487525" sldId="287"/>
            <ac:spMk id="2" creationId="{B7ADF8E6-CD4B-D81A-C9B0-319D7F44CF38}"/>
          </ac:spMkLst>
        </pc:spChg>
        <pc:spChg chg="del mod">
          <ac:chgData name="shadab Hussain" userId="0f634b01f6a75549" providerId="LiveId" clId="{C43795BE-FD8D-4061-92A5-E87B58C26D22}" dt="2025-07-08T10:41:57.476" v="4697" actId="478"/>
          <ac:spMkLst>
            <pc:docMk/>
            <pc:sldMk cId="2060487525" sldId="287"/>
            <ac:spMk id="3" creationId="{675F477E-2694-6567-FB82-D2E6E05838ED}"/>
          </ac:spMkLst>
        </pc:spChg>
        <pc:spChg chg="add mod">
          <ac:chgData name="shadab Hussain" userId="0f634b01f6a75549" providerId="LiveId" clId="{C43795BE-FD8D-4061-92A5-E87B58C26D22}" dt="2025-07-08T18:10:15.466" v="4837" actId="1076"/>
          <ac:spMkLst>
            <pc:docMk/>
            <pc:sldMk cId="2060487525" sldId="287"/>
            <ac:spMk id="5" creationId="{4E030401-B813-D5F1-06E1-63C5D0A01D3C}"/>
          </ac:spMkLst>
        </pc:spChg>
        <pc:spChg chg="add mod">
          <ac:chgData name="shadab Hussain" userId="0f634b01f6a75549" providerId="LiveId" clId="{C43795BE-FD8D-4061-92A5-E87B58C26D22}" dt="2025-07-08T10:42:32.264" v="4703" actId="14100"/>
          <ac:spMkLst>
            <pc:docMk/>
            <pc:sldMk cId="2060487525" sldId="287"/>
            <ac:spMk id="7" creationId="{52120685-3450-224E-0726-D586E8EC4921}"/>
          </ac:spMkLst>
        </pc:spChg>
        <pc:picChg chg="add mod">
          <ac:chgData name="shadab Hussain" userId="0f634b01f6a75549" providerId="LiveId" clId="{C43795BE-FD8D-4061-92A5-E87B58C26D22}" dt="2025-07-08T11:18:38.723" v="4734" actId="108"/>
          <ac:picMkLst>
            <pc:docMk/>
            <pc:sldMk cId="2060487525" sldId="287"/>
            <ac:picMk id="9" creationId="{0C0CEA47-57C8-8A7D-FCF7-15BB85A4AAD8}"/>
          </ac:picMkLst>
        </pc:picChg>
      </pc:sldChg>
      <pc:sldChg chg="addSp delSp new del mod">
        <pc:chgData name="shadab Hussain" userId="0f634b01f6a75549" providerId="LiveId" clId="{C43795BE-FD8D-4061-92A5-E87B58C26D22}" dt="2025-07-08T17:57:01.682" v="4783" actId="2696"/>
        <pc:sldMkLst>
          <pc:docMk/>
          <pc:sldMk cId="812931511" sldId="288"/>
        </pc:sldMkLst>
        <pc:spChg chg="del">
          <ac:chgData name="shadab Hussain" userId="0f634b01f6a75549" providerId="LiveId" clId="{C43795BE-FD8D-4061-92A5-E87B58C26D22}" dt="2025-07-08T10:43:23.684" v="4710" actId="478"/>
          <ac:spMkLst>
            <pc:docMk/>
            <pc:sldMk cId="812931511" sldId="288"/>
            <ac:spMk id="2" creationId="{35E9CC65-3144-7284-9C82-866CD06D9504}"/>
          </ac:spMkLst>
        </pc:spChg>
        <pc:spChg chg="del">
          <ac:chgData name="shadab Hussain" userId="0f634b01f6a75549" providerId="LiveId" clId="{C43795BE-FD8D-4061-92A5-E87B58C26D22}" dt="2025-07-08T10:43:28.526" v="4711" actId="478"/>
          <ac:spMkLst>
            <pc:docMk/>
            <pc:sldMk cId="812931511" sldId="288"/>
            <ac:spMk id="3" creationId="{66B98CC6-D0DD-CF79-5B71-CE9EB25858EB}"/>
          </ac:spMkLst>
        </pc:spChg>
        <pc:spChg chg="add del">
          <ac:chgData name="shadab Hussain" userId="0f634b01f6a75549" providerId="LiveId" clId="{C43795BE-FD8D-4061-92A5-E87B58C26D22}" dt="2025-07-08T17:56:50.735" v="4782" actId="478"/>
          <ac:spMkLst>
            <pc:docMk/>
            <pc:sldMk cId="812931511" sldId="288"/>
            <ac:spMk id="5" creationId="{C6C0B558-B79E-B8CE-383C-7400C3F5EC2A}"/>
          </ac:spMkLst>
        </pc:spChg>
      </pc:sldChg>
      <pc:sldChg chg="addSp delSp modSp new mod">
        <pc:chgData name="shadab Hussain" userId="0f634b01f6a75549" providerId="LiveId" clId="{C43795BE-FD8D-4061-92A5-E87B58C26D22}" dt="2025-07-08T18:10:38.217" v="4840" actId="108"/>
        <pc:sldMkLst>
          <pc:docMk/>
          <pc:sldMk cId="2548826403" sldId="289"/>
        </pc:sldMkLst>
        <pc:spChg chg="del">
          <ac:chgData name="shadab Hussain" userId="0f634b01f6a75549" providerId="LiveId" clId="{C43795BE-FD8D-4061-92A5-E87B58C26D22}" dt="2025-07-08T10:44:17.605" v="4714" actId="478"/>
          <ac:spMkLst>
            <pc:docMk/>
            <pc:sldMk cId="2548826403" sldId="289"/>
            <ac:spMk id="2" creationId="{18D01DE2-7F55-F3C0-0378-35B7F7DB4AF6}"/>
          </ac:spMkLst>
        </pc:spChg>
        <pc:spChg chg="del">
          <ac:chgData name="shadab Hussain" userId="0f634b01f6a75549" providerId="LiveId" clId="{C43795BE-FD8D-4061-92A5-E87B58C26D22}" dt="2025-07-08T10:44:19.818" v="4715" actId="478"/>
          <ac:spMkLst>
            <pc:docMk/>
            <pc:sldMk cId="2548826403" sldId="289"/>
            <ac:spMk id="3" creationId="{7959A8EB-2811-0A7B-D723-D7FF4D381619}"/>
          </ac:spMkLst>
        </pc:spChg>
        <pc:spChg chg="add mod">
          <ac:chgData name="shadab Hussain" userId="0f634b01f6a75549" providerId="LiveId" clId="{C43795BE-FD8D-4061-92A5-E87B58C26D22}" dt="2025-07-08T18:10:38.217" v="4840" actId="108"/>
          <ac:spMkLst>
            <pc:docMk/>
            <pc:sldMk cId="2548826403" sldId="289"/>
            <ac:spMk id="5" creationId="{4E4A0019-A558-2142-0B2F-D5BB398D0E84}"/>
          </ac:spMkLst>
        </pc:spChg>
        <pc:spChg chg="add mod">
          <ac:chgData name="shadab Hussain" userId="0f634b01f6a75549" providerId="LiveId" clId="{C43795BE-FD8D-4061-92A5-E87B58C26D22}" dt="2025-07-08T11:18:05.385" v="4723" actId="1076"/>
          <ac:spMkLst>
            <pc:docMk/>
            <pc:sldMk cId="2548826403" sldId="289"/>
            <ac:spMk id="7" creationId="{F06DA246-ADF4-648C-1838-4E0891F6640F}"/>
          </ac:spMkLst>
        </pc:spChg>
        <pc:picChg chg="add mod">
          <ac:chgData name="shadab Hussain" userId="0f634b01f6a75549" providerId="LiveId" clId="{C43795BE-FD8D-4061-92A5-E87B58C26D22}" dt="2025-07-08T11:18:41.835" v="4735" actId="108"/>
          <ac:picMkLst>
            <pc:docMk/>
            <pc:sldMk cId="2548826403" sldId="289"/>
            <ac:picMk id="9" creationId="{F18C5D91-11EE-96EF-24BC-B739059928D5}"/>
          </ac:picMkLst>
        </pc:picChg>
      </pc:sldChg>
      <pc:sldChg chg="addSp delSp modSp new mod">
        <pc:chgData name="shadab Hussain" userId="0f634b01f6a75549" providerId="LiveId" clId="{C43795BE-FD8D-4061-92A5-E87B58C26D22}" dt="2025-07-08T18:10:54.483" v="4843" actId="14100"/>
        <pc:sldMkLst>
          <pc:docMk/>
          <pc:sldMk cId="2264853069" sldId="290"/>
        </pc:sldMkLst>
        <pc:spChg chg="del">
          <ac:chgData name="shadab Hussain" userId="0f634b01f6a75549" providerId="LiveId" clId="{C43795BE-FD8D-4061-92A5-E87B58C26D22}" dt="2025-07-08T11:18:48.786" v="4737" actId="478"/>
          <ac:spMkLst>
            <pc:docMk/>
            <pc:sldMk cId="2264853069" sldId="290"/>
            <ac:spMk id="2" creationId="{35AAC8A7-894C-9EF3-E2D0-AB459B6890E2}"/>
          </ac:spMkLst>
        </pc:spChg>
        <pc:spChg chg="del mod">
          <ac:chgData name="shadab Hussain" userId="0f634b01f6a75549" providerId="LiveId" clId="{C43795BE-FD8D-4061-92A5-E87B58C26D22}" dt="2025-07-08T11:18:52.525" v="4739" actId="478"/>
          <ac:spMkLst>
            <pc:docMk/>
            <pc:sldMk cId="2264853069" sldId="290"/>
            <ac:spMk id="3" creationId="{0B470899-DA5E-AC55-A355-1977B97FBBDF}"/>
          </ac:spMkLst>
        </pc:spChg>
        <pc:spChg chg="add mod">
          <ac:chgData name="shadab Hussain" userId="0f634b01f6a75549" providerId="LiveId" clId="{C43795BE-FD8D-4061-92A5-E87B58C26D22}" dt="2025-07-08T18:10:54.483" v="4843" actId="14100"/>
          <ac:spMkLst>
            <pc:docMk/>
            <pc:sldMk cId="2264853069" sldId="290"/>
            <ac:spMk id="5" creationId="{B85702CB-A175-72BF-7AEB-B1A6AA81BBCD}"/>
          </ac:spMkLst>
        </pc:spChg>
        <pc:spChg chg="add mod">
          <ac:chgData name="shadab Hussain" userId="0f634b01f6a75549" providerId="LiveId" clId="{C43795BE-FD8D-4061-92A5-E87B58C26D22}" dt="2025-07-08T11:19:59.435" v="4746" actId="14100"/>
          <ac:spMkLst>
            <pc:docMk/>
            <pc:sldMk cId="2264853069" sldId="290"/>
            <ac:spMk id="7" creationId="{86578AA9-7E2F-3DAC-340A-A37D7763F64B}"/>
          </ac:spMkLst>
        </pc:spChg>
        <pc:picChg chg="add mod">
          <ac:chgData name="shadab Hussain" userId="0f634b01f6a75549" providerId="LiveId" clId="{C43795BE-FD8D-4061-92A5-E87B58C26D22}" dt="2025-07-08T11:21:27.802" v="4754" actId="108"/>
          <ac:picMkLst>
            <pc:docMk/>
            <pc:sldMk cId="2264853069" sldId="290"/>
            <ac:picMk id="9" creationId="{8B458E1F-17DE-10C0-3567-1609BA5242DB}"/>
          </ac:picMkLst>
        </pc:picChg>
      </pc:sldChg>
      <pc:sldChg chg="addSp delSp modSp new mod">
        <pc:chgData name="shadab Hussain" userId="0f634b01f6a75549" providerId="LiveId" clId="{C43795BE-FD8D-4061-92A5-E87B58C26D22}" dt="2025-07-08T18:11:01.843" v="4844" actId="108"/>
        <pc:sldMkLst>
          <pc:docMk/>
          <pc:sldMk cId="964191922" sldId="291"/>
        </pc:sldMkLst>
        <pc:spChg chg="del">
          <ac:chgData name="shadab Hussain" userId="0f634b01f6a75549" providerId="LiveId" clId="{C43795BE-FD8D-4061-92A5-E87B58C26D22}" dt="2025-07-08T11:21:34.877" v="4756" actId="478"/>
          <ac:spMkLst>
            <pc:docMk/>
            <pc:sldMk cId="964191922" sldId="291"/>
            <ac:spMk id="2" creationId="{C8562B66-7C94-70E7-97C1-9D95F8B4533D}"/>
          </ac:spMkLst>
        </pc:spChg>
        <pc:spChg chg="del">
          <ac:chgData name="shadab Hussain" userId="0f634b01f6a75549" providerId="LiveId" clId="{C43795BE-FD8D-4061-92A5-E87B58C26D22}" dt="2025-07-08T11:21:37.697" v="4757" actId="478"/>
          <ac:spMkLst>
            <pc:docMk/>
            <pc:sldMk cId="964191922" sldId="291"/>
            <ac:spMk id="3" creationId="{909C70CC-D27E-6056-860A-181FF90CC4BF}"/>
          </ac:spMkLst>
        </pc:spChg>
        <pc:spChg chg="add mod">
          <ac:chgData name="shadab Hussain" userId="0f634b01f6a75549" providerId="LiveId" clId="{C43795BE-FD8D-4061-92A5-E87B58C26D22}" dt="2025-07-08T18:11:01.843" v="4844" actId="108"/>
          <ac:spMkLst>
            <pc:docMk/>
            <pc:sldMk cId="964191922" sldId="291"/>
            <ac:spMk id="5" creationId="{D435A42E-0600-87D1-89EC-FC0C110E9070}"/>
          </ac:spMkLst>
        </pc:spChg>
        <pc:spChg chg="add mod">
          <ac:chgData name="shadab Hussain" userId="0f634b01f6a75549" providerId="LiveId" clId="{C43795BE-FD8D-4061-92A5-E87B58C26D22}" dt="2025-07-08T11:22:22.937" v="4764" actId="1076"/>
          <ac:spMkLst>
            <pc:docMk/>
            <pc:sldMk cId="964191922" sldId="291"/>
            <ac:spMk id="7" creationId="{7316EC43-1D83-7876-357E-10C23683AE6E}"/>
          </ac:spMkLst>
        </pc:spChg>
        <pc:spChg chg="add mod">
          <ac:chgData name="shadab Hussain" userId="0f634b01f6a75549" providerId="LiveId" clId="{C43795BE-FD8D-4061-92A5-E87B58C26D22}" dt="2025-07-08T11:22:47.707" v="4768" actId="1076"/>
          <ac:spMkLst>
            <pc:docMk/>
            <pc:sldMk cId="964191922" sldId="291"/>
            <ac:spMk id="9" creationId="{C10B797D-4B81-5C7B-FD07-3A39CD78ABDE}"/>
          </ac:spMkLst>
        </pc:spChg>
        <pc:picChg chg="add mod">
          <ac:chgData name="shadab Hussain" userId="0f634b01f6a75549" providerId="LiveId" clId="{C43795BE-FD8D-4061-92A5-E87B58C26D22}" dt="2025-07-08T11:24:10.338" v="4779" actId="1076"/>
          <ac:picMkLst>
            <pc:docMk/>
            <pc:sldMk cId="964191922" sldId="291"/>
            <ac:picMk id="11" creationId="{FF31C872-44A4-78B9-0E3E-A69E3C3765C5}"/>
          </ac:picMkLst>
        </pc:picChg>
      </pc:sldChg>
      <pc:sldChg chg="addSp delSp modSp new del mod">
        <pc:chgData name="shadab Hussain" userId="0f634b01f6a75549" providerId="LiveId" clId="{C43795BE-FD8D-4061-92A5-E87B58C26D22}" dt="2025-07-08T18:03:40.541" v="4799" actId="2696"/>
        <pc:sldMkLst>
          <pc:docMk/>
          <pc:sldMk cId="346406781" sldId="292"/>
        </pc:sldMkLst>
        <pc:spChg chg="del">
          <ac:chgData name="shadab Hussain" userId="0f634b01f6a75549" providerId="LiveId" clId="{C43795BE-FD8D-4061-92A5-E87B58C26D22}" dt="2025-07-08T17:59:30.644" v="4790" actId="478"/>
          <ac:spMkLst>
            <pc:docMk/>
            <pc:sldMk cId="346406781" sldId="292"/>
            <ac:spMk id="2" creationId="{7A49A1DD-BD42-1F74-4365-26897E6D2942}"/>
          </ac:spMkLst>
        </pc:spChg>
        <pc:spChg chg="del">
          <ac:chgData name="shadab Hussain" userId="0f634b01f6a75549" providerId="LiveId" clId="{C43795BE-FD8D-4061-92A5-E87B58C26D22}" dt="2025-07-08T17:59:32.639" v="4791" actId="478"/>
          <ac:spMkLst>
            <pc:docMk/>
            <pc:sldMk cId="346406781" sldId="292"/>
            <ac:spMk id="3" creationId="{235F6AB4-A9AF-E679-C0AA-EC155AC18EBE}"/>
          </ac:spMkLst>
        </pc:spChg>
        <pc:spChg chg="add mod">
          <ac:chgData name="shadab Hussain" userId="0f634b01f6a75549" providerId="LiveId" clId="{C43795BE-FD8D-4061-92A5-E87B58C26D22}" dt="2025-07-08T18:02:33.728" v="4794" actId="14100"/>
          <ac:spMkLst>
            <pc:docMk/>
            <pc:sldMk cId="346406781" sldId="292"/>
            <ac:spMk id="5" creationId="{024D59A9-1138-4719-9DA4-55D95D55E8AF}"/>
          </ac:spMkLst>
        </pc:spChg>
      </pc:sldChg>
      <pc:sldChg chg="addSp delSp modSp new mod">
        <pc:chgData name="shadab Hussain" userId="0f634b01f6a75549" providerId="LiveId" clId="{C43795BE-FD8D-4061-92A5-E87B58C26D22}" dt="2025-07-08T18:11:21.986" v="4856" actId="1076"/>
        <pc:sldMkLst>
          <pc:docMk/>
          <pc:sldMk cId="3558466628" sldId="292"/>
        </pc:sldMkLst>
        <pc:spChg chg="mod">
          <ac:chgData name="shadab Hussain" userId="0f634b01f6a75549" providerId="LiveId" clId="{C43795BE-FD8D-4061-92A5-E87B58C26D22}" dt="2025-07-08T18:11:21.986" v="4856" actId="1076"/>
          <ac:spMkLst>
            <pc:docMk/>
            <pc:sldMk cId="3558466628" sldId="292"/>
            <ac:spMk id="2" creationId="{81AFB18A-19D5-DF84-8F4B-349DD64F4FF0}"/>
          </ac:spMkLst>
        </pc:spChg>
        <pc:spChg chg="del">
          <ac:chgData name="shadab Hussain" userId="0f634b01f6a75549" providerId="LiveId" clId="{C43795BE-FD8D-4061-92A5-E87B58C26D22}" dt="2025-07-08T18:09:13.427" v="4827" actId="478"/>
          <ac:spMkLst>
            <pc:docMk/>
            <pc:sldMk cId="3558466628" sldId="292"/>
            <ac:spMk id="3" creationId="{16AEEE15-0C46-1408-28CB-1BAD84428332}"/>
          </ac:spMkLst>
        </pc:spChg>
        <pc:spChg chg="add mod">
          <ac:chgData name="shadab Hussain" userId="0f634b01f6a75549" providerId="LiveId" clId="{C43795BE-FD8D-4061-92A5-E87B58C26D22}" dt="2025-07-08T18:09:21.266" v="4830" actId="14100"/>
          <ac:spMkLst>
            <pc:docMk/>
            <pc:sldMk cId="3558466628" sldId="292"/>
            <ac:spMk id="5" creationId="{DED471B0-D5CF-8620-E3A8-9ECFBF8A271C}"/>
          </ac:spMkLst>
        </pc:spChg>
      </pc:sldChg>
      <pc:sldChg chg="addSp delSp modSp new mod">
        <pc:chgData name="shadab Hussain" userId="0f634b01f6a75549" providerId="LiveId" clId="{C43795BE-FD8D-4061-92A5-E87B58C26D22}" dt="2025-07-08T18:16:39.842" v="4884" actId="1076"/>
        <pc:sldMkLst>
          <pc:docMk/>
          <pc:sldMk cId="3440223224" sldId="293"/>
        </pc:sldMkLst>
        <pc:spChg chg="mod">
          <ac:chgData name="shadab Hussain" userId="0f634b01f6a75549" providerId="LiveId" clId="{C43795BE-FD8D-4061-92A5-E87B58C26D22}" dt="2025-07-08T18:16:32.667" v="4883" actId="1076"/>
          <ac:spMkLst>
            <pc:docMk/>
            <pc:sldMk cId="3440223224" sldId="293"/>
            <ac:spMk id="2" creationId="{1937BFEB-BF49-4D17-2246-AF37C83A88DC}"/>
          </ac:spMkLst>
        </pc:spChg>
        <pc:spChg chg="del mod">
          <ac:chgData name="shadab Hussain" userId="0f634b01f6a75549" providerId="LiveId" clId="{C43795BE-FD8D-4061-92A5-E87B58C26D22}" dt="2025-07-08T18:15:22.321" v="4869"/>
          <ac:spMkLst>
            <pc:docMk/>
            <pc:sldMk cId="3440223224" sldId="293"/>
            <ac:spMk id="3" creationId="{A578BB85-80B1-4715-910D-F7271D8E672D}"/>
          </ac:spMkLst>
        </pc:spChg>
        <pc:spChg chg="add del mod">
          <ac:chgData name="shadab Hussain" userId="0f634b01f6a75549" providerId="LiveId" clId="{C43795BE-FD8D-4061-92A5-E87B58C26D22}" dt="2025-07-08T18:15:29.903" v="4870" actId="478"/>
          <ac:spMkLst>
            <pc:docMk/>
            <pc:sldMk cId="3440223224" sldId="293"/>
            <ac:spMk id="4" creationId="{DE3588E9-8E5A-9210-288D-3F042DF67C98}"/>
          </ac:spMkLst>
        </pc:spChg>
        <pc:spChg chg="add del mod">
          <ac:chgData name="shadab Hussain" userId="0f634b01f6a75549" providerId="LiveId" clId="{C43795BE-FD8D-4061-92A5-E87B58C26D22}" dt="2025-07-08T18:15:32.817" v="4871" actId="478"/>
          <ac:spMkLst>
            <pc:docMk/>
            <pc:sldMk cId="3440223224" sldId="293"/>
            <ac:spMk id="5" creationId="{AC519E72-1DEB-217E-5414-DBC32E40D273}"/>
          </ac:spMkLst>
        </pc:spChg>
        <pc:spChg chg="add del mod">
          <ac:chgData name="shadab Hussain" userId="0f634b01f6a75549" providerId="LiveId" clId="{C43795BE-FD8D-4061-92A5-E87B58C26D22}" dt="2025-07-08T18:16:39.842" v="4884" actId="1076"/>
          <ac:spMkLst>
            <pc:docMk/>
            <pc:sldMk cId="3440223224" sldId="293"/>
            <ac:spMk id="6" creationId="{AC43193C-7E60-5DF2-6B33-0416AE28C5E6}"/>
          </ac:spMkLst>
        </pc:spChg>
      </pc:sldChg>
      <pc:sldMasterChg chg="setBg modSldLayout">
        <pc:chgData name="shadab Hussain" userId="0f634b01f6a75549" providerId="LiveId" clId="{C43795BE-FD8D-4061-92A5-E87B58C26D22}" dt="2025-07-06T19:58:24.863" v="3678"/>
        <pc:sldMasterMkLst>
          <pc:docMk/>
          <pc:sldMasterMk cId="224308775" sldId="2147483648"/>
        </pc:sldMasterMkLst>
        <pc:sldLayoutChg chg="setBg">
          <pc:chgData name="shadab Hussain" userId="0f634b01f6a75549" providerId="LiveId" clId="{C43795BE-FD8D-4061-92A5-E87B58C26D22}" dt="2025-07-06T19:58:24.863" v="3678"/>
          <pc:sldLayoutMkLst>
            <pc:docMk/>
            <pc:sldMasterMk cId="224308775" sldId="2147483648"/>
            <pc:sldLayoutMk cId="2600668522" sldId="2147483649"/>
          </pc:sldLayoutMkLst>
        </pc:sldLayoutChg>
        <pc:sldLayoutChg chg="setBg">
          <pc:chgData name="shadab Hussain" userId="0f634b01f6a75549" providerId="LiveId" clId="{C43795BE-FD8D-4061-92A5-E87B58C26D22}" dt="2025-07-06T19:58:24.863" v="3678"/>
          <pc:sldLayoutMkLst>
            <pc:docMk/>
            <pc:sldMasterMk cId="224308775" sldId="2147483648"/>
            <pc:sldLayoutMk cId="1837313497" sldId="2147483650"/>
          </pc:sldLayoutMkLst>
        </pc:sldLayoutChg>
        <pc:sldLayoutChg chg="setBg">
          <pc:chgData name="shadab Hussain" userId="0f634b01f6a75549" providerId="LiveId" clId="{C43795BE-FD8D-4061-92A5-E87B58C26D22}" dt="2025-07-06T19:58:24.863" v="3678"/>
          <pc:sldLayoutMkLst>
            <pc:docMk/>
            <pc:sldMasterMk cId="224308775" sldId="2147483648"/>
            <pc:sldLayoutMk cId="312813394" sldId="2147483651"/>
          </pc:sldLayoutMkLst>
        </pc:sldLayoutChg>
        <pc:sldLayoutChg chg="setBg">
          <pc:chgData name="shadab Hussain" userId="0f634b01f6a75549" providerId="LiveId" clId="{C43795BE-FD8D-4061-92A5-E87B58C26D22}" dt="2025-07-06T19:58:24.863" v="3678"/>
          <pc:sldLayoutMkLst>
            <pc:docMk/>
            <pc:sldMasterMk cId="224308775" sldId="2147483648"/>
            <pc:sldLayoutMk cId="3315506603" sldId="2147483652"/>
          </pc:sldLayoutMkLst>
        </pc:sldLayoutChg>
        <pc:sldLayoutChg chg="setBg">
          <pc:chgData name="shadab Hussain" userId="0f634b01f6a75549" providerId="LiveId" clId="{C43795BE-FD8D-4061-92A5-E87B58C26D22}" dt="2025-07-06T19:58:24.863" v="3678"/>
          <pc:sldLayoutMkLst>
            <pc:docMk/>
            <pc:sldMasterMk cId="224308775" sldId="2147483648"/>
            <pc:sldLayoutMk cId="2081005551" sldId="2147483653"/>
          </pc:sldLayoutMkLst>
        </pc:sldLayoutChg>
        <pc:sldLayoutChg chg="setBg">
          <pc:chgData name="shadab Hussain" userId="0f634b01f6a75549" providerId="LiveId" clId="{C43795BE-FD8D-4061-92A5-E87B58C26D22}" dt="2025-07-06T19:58:24.863" v="3678"/>
          <pc:sldLayoutMkLst>
            <pc:docMk/>
            <pc:sldMasterMk cId="224308775" sldId="2147483648"/>
            <pc:sldLayoutMk cId="2852927922" sldId="2147483654"/>
          </pc:sldLayoutMkLst>
        </pc:sldLayoutChg>
        <pc:sldLayoutChg chg="setBg">
          <pc:chgData name="shadab Hussain" userId="0f634b01f6a75549" providerId="LiveId" clId="{C43795BE-FD8D-4061-92A5-E87B58C26D22}" dt="2025-07-06T19:58:24.863" v="3678"/>
          <pc:sldLayoutMkLst>
            <pc:docMk/>
            <pc:sldMasterMk cId="224308775" sldId="2147483648"/>
            <pc:sldLayoutMk cId="338148158" sldId="2147483655"/>
          </pc:sldLayoutMkLst>
        </pc:sldLayoutChg>
        <pc:sldLayoutChg chg="setBg">
          <pc:chgData name="shadab Hussain" userId="0f634b01f6a75549" providerId="LiveId" clId="{C43795BE-FD8D-4061-92A5-E87B58C26D22}" dt="2025-07-06T19:58:24.863" v="3678"/>
          <pc:sldLayoutMkLst>
            <pc:docMk/>
            <pc:sldMasterMk cId="224308775" sldId="2147483648"/>
            <pc:sldLayoutMk cId="2707565578" sldId="2147483656"/>
          </pc:sldLayoutMkLst>
        </pc:sldLayoutChg>
        <pc:sldLayoutChg chg="setBg">
          <pc:chgData name="shadab Hussain" userId="0f634b01f6a75549" providerId="LiveId" clId="{C43795BE-FD8D-4061-92A5-E87B58C26D22}" dt="2025-07-06T19:58:24.863" v="3678"/>
          <pc:sldLayoutMkLst>
            <pc:docMk/>
            <pc:sldMasterMk cId="224308775" sldId="2147483648"/>
            <pc:sldLayoutMk cId="3190540635" sldId="2147483657"/>
          </pc:sldLayoutMkLst>
        </pc:sldLayoutChg>
        <pc:sldLayoutChg chg="setBg">
          <pc:chgData name="shadab Hussain" userId="0f634b01f6a75549" providerId="LiveId" clId="{C43795BE-FD8D-4061-92A5-E87B58C26D22}" dt="2025-07-06T19:58:24.863" v="3678"/>
          <pc:sldLayoutMkLst>
            <pc:docMk/>
            <pc:sldMasterMk cId="224308775" sldId="2147483648"/>
            <pc:sldLayoutMk cId="3821454651" sldId="2147483658"/>
          </pc:sldLayoutMkLst>
        </pc:sldLayoutChg>
        <pc:sldLayoutChg chg="setBg">
          <pc:chgData name="shadab Hussain" userId="0f634b01f6a75549" providerId="LiveId" clId="{C43795BE-FD8D-4061-92A5-E87B58C26D22}" dt="2025-07-06T19:58:24.863" v="3678"/>
          <pc:sldLayoutMkLst>
            <pc:docMk/>
            <pc:sldMasterMk cId="224308775" sldId="2147483648"/>
            <pc:sldLayoutMk cId="399754660" sldId="214748365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F9B0C-37BA-AA5A-D8D9-D9234BF656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C4D285E-6B7C-BFBC-9785-E9F010544F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8DCEAA6-DB21-859C-58A7-AD025A1FAA1F}"/>
              </a:ext>
            </a:extLst>
          </p:cNvPr>
          <p:cNvSpPr>
            <a:spLocks noGrp="1"/>
          </p:cNvSpPr>
          <p:nvPr>
            <p:ph type="dt" sz="half" idx="10"/>
          </p:nvPr>
        </p:nvSpPr>
        <p:spPr/>
        <p:txBody>
          <a:bodyPr/>
          <a:lstStyle/>
          <a:p>
            <a:fld id="{0D800F2B-8383-4888-AB51-48AA8CA67567}" type="datetimeFigureOut">
              <a:rPr lang="en-US" smtClean="0"/>
              <a:t>7/8/2025</a:t>
            </a:fld>
            <a:endParaRPr lang="en-US"/>
          </a:p>
        </p:txBody>
      </p:sp>
      <p:sp>
        <p:nvSpPr>
          <p:cNvPr id="5" name="Footer Placeholder 4">
            <a:extLst>
              <a:ext uri="{FF2B5EF4-FFF2-40B4-BE49-F238E27FC236}">
                <a16:creationId xmlns:a16="http://schemas.microsoft.com/office/drawing/2014/main" id="{02A23502-EB84-1AE2-D507-820E050B7E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9D17FD-CDA1-12BA-9ED2-172031649496}"/>
              </a:ext>
            </a:extLst>
          </p:cNvPr>
          <p:cNvSpPr>
            <a:spLocks noGrp="1"/>
          </p:cNvSpPr>
          <p:nvPr>
            <p:ph type="sldNum" sz="quarter" idx="12"/>
          </p:nvPr>
        </p:nvSpPr>
        <p:spPr/>
        <p:txBody>
          <a:bodyPr/>
          <a:lstStyle/>
          <a:p>
            <a:fld id="{BE3E1634-5B19-4C9B-B248-DCABE96AE8DD}" type="slidenum">
              <a:rPr lang="en-US" smtClean="0"/>
              <a:t>‹#›</a:t>
            </a:fld>
            <a:endParaRPr lang="en-US"/>
          </a:p>
        </p:txBody>
      </p:sp>
    </p:spTree>
    <p:extLst>
      <p:ext uri="{BB962C8B-B14F-4D97-AF65-F5344CB8AC3E}">
        <p14:creationId xmlns:p14="http://schemas.microsoft.com/office/powerpoint/2010/main" val="2600668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1A1ED-1510-9D47-DDA9-BE28AA0C3C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7C6F2D-77F4-D698-FC2E-A49D0CC5AA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DC7984-6832-FC60-45F6-F86CD8F72A2F}"/>
              </a:ext>
            </a:extLst>
          </p:cNvPr>
          <p:cNvSpPr>
            <a:spLocks noGrp="1"/>
          </p:cNvSpPr>
          <p:nvPr>
            <p:ph type="dt" sz="half" idx="10"/>
          </p:nvPr>
        </p:nvSpPr>
        <p:spPr/>
        <p:txBody>
          <a:bodyPr/>
          <a:lstStyle/>
          <a:p>
            <a:fld id="{0D800F2B-8383-4888-AB51-48AA8CA67567}" type="datetimeFigureOut">
              <a:rPr lang="en-US" smtClean="0"/>
              <a:t>7/8/2025</a:t>
            </a:fld>
            <a:endParaRPr lang="en-US"/>
          </a:p>
        </p:txBody>
      </p:sp>
      <p:sp>
        <p:nvSpPr>
          <p:cNvPr id="5" name="Footer Placeholder 4">
            <a:extLst>
              <a:ext uri="{FF2B5EF4-FFF2-40B4-BE49-F238E27FC236}">
                <a16:creationId xmlns:a16="http://schemas.microsoft.com/office/drawing/2014/main" id="{A8FABC29-C497-AE88-B0CE-D3CE40101B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D0D8C1-B8DD-3765-7118-C4CA556DED01}"/>
              </a:ext>
            </a:extLst>
          </p:cNvPr>
          <p:cNvSpPr>
            <a:spLocks noGrp="1"/>
          </p:cNvSpPr>
          <p:nvPr>
            <p:ph type="sldNum" sz="quarter" idx="12"/>
          </p:nvPr>
        </p:nvSpPr>
        <p:spPr/>
        <p:txBody>
          <a:bodyPr/>
          <a:lstStyle/>
          <a:p>
            <a:fld id="{BE3E1634-5B19-4C9B-B248-DCABE96AE8DD}" type="slidenum">
              <a:rPr lang="en-US" smtClean="0"/>
              <a:t>‹#›</a:t>
            </a:fld>
            <a:endParaRPr lang="en-US"/>
          </a:p>
        </p:txBody>
      </p:sp>
    </p:spTree>
    <p:extLst>
      <p:ext uri="{BB962C8B-B14F-4D97-AF65-F5344CB8AC3E}">
        <p14:creationId xmlns:p14="http://schemas.microsoft.com/office/powerpoint/2010/main" val="1837313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69239-7E21-0782-1A6D-59FF2257F3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FF1BDD4-9488-D75F-B65D-386640B3C80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ABF4A3-FD02-5B58-5F1F-D831B4611C90}"/>
              </a:ext>
            </a:extLst>
          </p:cNvPr>
          <p:cNvSpPr>
            <a:spLocks noGrp="1"/>
          </p:cNvSpPr>
          <p:nvPr>
            <p:ph type="dt" sz="half" idx="10"/>
          </p:nvPr>
        </p:nvSpPr>
        <p:spPr/>
        <p:txBody>
          <a:bodyPr/>
          <a:lstStyle/>
          <a:p>
            <a:fld id="{0D800F2B-8383-4888-AB51-48AA8CA67567}" type="datetimeFigureOut">
              <a:rPr lang="en-US" smtClean="0"/>
              <a:t>7/8/2025</a:t>
            </a:fld>
            <a:endParaRPr lang="en-US"/>
          </a:p>
        </p:txBody>
      </p:sp>
      <p:sp>
        <p:nvSpPr>
          <p:cNvPr id="5" name="Footer Placeholder 4">
            <a:extLst>
              <a:ext uri="{FF2B5EF4-FFF2-40B4-BE49-F238E27FC236}">
                <a16:creationId xmlns:a16="http://schemas.microsoft.com/office/drawing/2014/main" id="{0625DA01-E441-B7AD-72E1-E53ABB105D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455D86-9ABB-CA6E-5926-9A86D7D783BD}"/>
              </a:ext>
            </a:extLst>
          </p:cNvPr>
          <p:cNvSpPr>
            <a:spLocks noGrp="1"/>
          </p:cNvSpPr>
          <p:nvPr>
            <p:ph type="sldNum" sz="quarter" idx="12"/>
          </p:nvPr>
        </p:nvSpPr>
        <p:spPr/>
        <p:txBody>
          <a:bodyPr/>
          <a:lstStyle/>
          <a:p>
            <a:fld id="{BE3E1634-5B19-4C9B-B248-DCABE96AE8DD}" type="slidenum">
              <a:rPr lang="en-US" smtClean="0"/>
              <a:t>‹#›</a:t>
            </a:fld>
            <a:endParaRPr lang="en-US"/>
          </a:p>
        </p:txBody>
      </p:sp>
    </p:spTree>
    <p:extLst>
      <p:ext uri="{BB962C8B-B14F-4D97-AF65-F5344CB8AC3E}">
        <p14:creationId xmlns:p14="http://schemas.microsoft.com/office/powerpoint/2010/main" val="312813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76397-0054-360C-5D17-D526950DF3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63D883-C214-71BA-0885-3B7A7DC549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6C1F150-119E-69E4-860D-E9DB4CA9841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E5EE509-B503-9839-60F4-E35F9945BDB7}"/>
              </a:ext>
            </a:extLst>
          </p:cNvPr>
          <p:cNvSpPr>
            <a:spLocks noGrp="1"/>
          </p:cNvSpPr>
          <p:nvPr>
            <p:ph type="dt" sz="half" idx="10"/>
          </p:nvPr>
        </p:nvSpPr>
        <p:spPr/>
        <p:txBody>
          <a:bodyPr/>
          <a:lstStyle/>
          <a:p>
            <a:fld id="{0D800F2B-8383-4888-AB51-48AA8CA67567}" type="datetimeFigureOut">
              <a:rPr lang="en-US" smtClean="0"/>
              <a:t>7/8/2025</a:t>
            </a:fld>
            <a:endParaRPr lang="en-US"/>
          </a:p>
        </p:txBody>
      </p:sp>
      <p:sp>
        <p:nvSpPr>
          <p:cNvPr id="6" name="Footer Placeholder 5">
            <a:extLst>
              <a:ext uri="{FF2B5EF4-FFF2-40B4-BE49-F238E27FC236}">
                <a16:creationId xmlns:a16="http://schemas.microsoft.com/office/drawing/2014/main" id="{DC0270D4-0152-6C43-2823-3567CC606A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05CA98-6E6F-8FC2-52AD-DF889A9BD859}"/>
              </a:ext>
            </a:extLst>
          </p:cNvPr>
          <p:cNvSpPr>
            <a:spLocks noGrp="1"/>
          </p:cNvSpPr>
          <p:nvPr>
            <p:ph type="sldNum" sz="quarter" idx="12"/>
          </p:nvPr>
        </p:nvSpPr>
        <p:spPr/>
        <p:txBody>
          <a:bodyPr/>
          <a:lstStyle/>
          <a:p>
            <a:fld id="{BE3E1634-5B19-4C9B-B248-DCABE96AE8DD}" type="slidenum">
              <a:rPr lang="en-US" smtClean="0"/>
              <a:t>‹#›</a:t>
            </a:fld>
            <a:endParaRPr lang="en-US"/>
          </a:p>
        </p:txBody>
      </p:sp>
    </p:spTree>
    <p:extLst>
      <p:ext uri="{BB962C8B-B14F-4D97-AF65-F5344CB8AC3E}">
        <p14:creationId xmlns:p14="http://schemas.microsoft.com/office/powerpoint/2010/main" val="3315506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20BFE-0EEB-041E-C7E8-4AC84F75E48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C09EE1E-E1F7-CC18-CD3B-0F1B721B9D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6D06B3-8E69-7C56-302D-5CF7839447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0DCCD7C-0717-8DA8-4968-992DA8EFED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18DA809-281E-E7AD-35BD-F391375ECA2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1C9DFAB-7DF9-35F9-C964-34F50A6D1F7A}"/>
              </a:ext>
            </a:extLst>
          </p:cNvPr>
          <p:cNvSpPr>
            <a:spLocks noGrp="1"/>
          </p:cNvSpPr>
          <p:nvPr>
            <p:ph type="dt" sz="half" idx="10"/>
          </p:nvPr>
        </p:nvSpPr>
        <p:spPr/>
        <p:txBody>
          <a:bodyPr/>
          <a:lstStyle/>
          <a:p>
            <a:fld id="{0D800F2B-8383-4888-AB51-48AA8CA67567}" type="datetimeFigureOut">
              <a:rPr lang="en-US" smtClean="0"/>
              <a:t>7/8/2025</a:t>
            </a:fld>
            <a:endParaRPr lang="en-US"/>
          </a:p>
        </p:txBody>
      </p:sp>
      <p:sp>
        <p:nvSpPr>
          <p:cNvPr id="8" name="Footer Placeholder 7">
            <a:extLst>
              <a:ext uri="{FF2B5EF4-FFF2-40B4-BE49-F238E27FC236}">
                <a16:creationId xmlns:a16="http://schemas.microsoft.com/office/drawing/2014/main" id="{9877DCA3-6BDA-BB37-F9FE-A9BBF8096F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904A69B-7E9C-9AFF-8AFB-4C7ABA4E3CFB}"/>
              </a:ext>
            </a:extLst>
          </p:cNvPr>
          <p:cNvSpPr>
            <a:spLocks noGrp="1"/>
          </p:cNvSpPr>
          <p:nvPr>
            <p:ph type="sldNum" sz="quarter" idx="12"/>
          </p:nvPr>
        </p:nvSpPr>
        <p:spPr/>
        <p:txBody>
          <a:bodyPr/>
          <a:lstStyle/>
          <a:p>
            <a:fld id="{BE3E1634-5B19-4C9B-B248-DCABE96AE8DD}" type="slidenum">
              <a:rPr lang="en-US" smtClean="0"/>
              <a:t>‹#›</a:t>
            </a:fld>
            <a:endParaRPr lang="en-US"/>
          </a:p>
        </p:txBody>
      </p:sp>
    </p:spTree>
    <p:extLst>
      <p:ext uri="{BB962C8B-B14F-4D97-AF65-F5344CB8AC3E}">
        <p14:creationId xmlns:p14="http://schemas.microsoft.com/office/powerpoint/2010/main" val="2081005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1D6E6-1791-B916-C1FA-6D385F30CEB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DE0E47-5BDF-CA6F-C594-DAE061D2B770}"/>
              </a:ext>
            </a:extLst>
          </p:cNvPr>
          <p:cNvSpPr>
            <a:spLocks noGrp="1"/>
          </p:cNvSpPr>
          <p:nvPr>
            <p:ph type="dt" sz="half" idx="10"/>
          </p:nvPr>
        </p:nvSpPr>
        <p:spPr/>
        <p:txBody>
          <a:bodyPr/>
          <a:lstStyle/>
          <a:p>
            <a:fld id="{0D800F2B-8383-4888-AB51-48AA8CA67567}" type="datetimeFigureOut">
              <a:rPr lang="en-US" smtClean="0"/>
              <a:t>7/8/2025</a:t>
            </a:fld>
            <a:endParaRPr lang="en-US"/>
          </a:p>
        </p:txBody>
      </p:sp>
      <p:sp>
        <p:nvSpPr>
          <p:cNvPr id="4" name="Footer Placeholder 3">
            <a:extLst>
              <a:ext uri="{FF2B5EF4-FFF2-40B4-BE49-F238E27FC236}">
                <a16:creationId xmlns:a16="http://schemas.microsoft.com/office/drawing/2014/main" id="{9F3ECD16-1845-FD9E-3615-312F10CC3C7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18EB9A0-4A8B-2718-974F-DAD8A57DB7C2}"/>
              </a:ext>
            </a:extLst>
          </p:cNvPr>
          <p:cNvSpPr>
            <a:spLocks noGrp="1"/>
          </p:cNvSpPr>
          <p:nvPr>
            <p:ph type="sldNum" sz="quarter" idx="12"/>
          </p:nvPr>
        </p:nvSpPr>
        <p:spPr/>
        <p:txBody>
          <a:bodyPr/>
          <a:lstStyle/>
          <a:p>
            <a:fld id="{BE3E1634-5B19-4C9B-B248-DCABE96AE8DD}" type="slidenum">
              <a:rPr lang="en-US" smtClean="0"/>
              <a:t>‹#›</a:t>
            </a:fld>
            <a:endParaRPr lang="en-US"/>
          </a:p>
        </p:txBody>
      </p:sp>
    </p:spTree>
    <p:extLst>
      <p:ext uri="{BB962C8B-B14F-4D97-AF65-F5344CB8AC3E}">
        <p14:creationId xmlns:p14="http://schemas.microsoft.com/office/powerpoint/2010/main" val="2852927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CC5491-1133-7C73-4D68-8DB70DFDA47B}"/>
              </a:ext>
            </a:extLst>
          </p:cNvPr>
          <p:cNvSpPr>
            <a:spLocks noGrp="1"/>
          </p:cNvSpPr>
          <p:nvPr>
            <p:ph type="dt" sz="half" idx="10"/>
          </p:nvPr>
        </p:nvSpPr>
        <p:spPr/>
        <p:txBody>
          <a:bodyPr/>
          <a:lstStyle/>
          <a:p>
            <a:fld id="{0D800F2B-8383-4888-AB51-48AA8CA67567}" type="datetimeFigureOut">
              <a:rPr lang="en-US" smtClean="0"/>
              <a:t>7/8/2025</a:t>
            </a:fld>
            <a:endParaRPr lang="en-US"/>
          </a:p>
        </p:txBody>
      </p:sp>
      <p:sp>
        <p:nvSpPr>
          <p:cNvPr id="3" name="Footer Placeholder 2">
            <a:extLst>
              <a:ext uri="{FF2B5EF4-FFF2-40B4-BE49-F238E27FC236}">
                <a16:creationId xmlns:a16="http://schemas.microsoft.com/office/drawing/2014/main" id="{5FF03249-0BAF-55FF-94B2-1358370A36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2E9EAC6-C91F-1CAC-0E7D-EFAB3F2296C5}"/>
              </a:ext>
            </a:extLst>
          </p:cNvPr>
          <p:cNvSpPr>
            <a:spLocks noGrp="1"/>
          </p:cNvSpPr>
          <p:nvPr>
            <p:ph type="sldNum" sz="quarter" idx="12"/>
          </p:nvPr>
        </p:nvSpPr>
        <p:spPr/>
        <p:txBody>
          <a:bodyPr/>
          <a:lstStyle/>
          <a:p>
            <a:fld id="{BE3E1634-5B19-4C9B-B248-DCABE96AE8DD}" type="slidenum">
              <a:rPr lang="en-US" smtClean="0"/>
              <a:t>‹#›</a:t>
            </a:fld>
            <a:endParaRPr lang="en-US"/>
          </a:p>
        </p:txBody>
      </p:sp>
    </p:spTree>
    <p:extLst>
      <p:ext uri="{BB962C8B-B14F-4D97-AF65-F5344CB8AC3E}">
        <p14:creationId xmlns:p14="http://schemas.microsoft.com/office/powerpoint/2010/main" val="3381481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26DCC-5417-2FF6-15F8-805F610DC0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47504B-43F0-9C2C-2EF9-2FD2F73F3E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BCCEBEE-ED46-1EB2-587F-BAA63483C9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8D7841-7B24-6CC5-7C75-C3AA4C58A304}"/>
              </a:ext>
            </a:extLst>
          </p:cNvPr>
          <p:cNvSpPr>
            <a:spLocks noGrp="1"/>
          </p:cNvSpPr>
          <p:nvPr>
            <p:ph type="dt" sz="half" idx="10"/>
          </p:nvPr>
        </p:nvSpPr>
        <p:spPr/>
        <p:txBody>
          <a:bodyPr/>
          <a:lstStyle/>
          <a:p>
            <a:fld id="{0D800F2B-8383-4888-AB51-48AA8CA67567}" type="datetimeFigureOut">
              <a:rPr lang="en-US" smtClean="0"/>
              <a:t>7/8/2025</a:t>
            </a:fld>
            <a:endParaRPr lang="en-US"/>
          </a:p>
        </p:txBody>
      </p:sp>
      <p:sp>
        <p:nvSpPr>
          <p:cNvPr id="6" name="Footer Placeholder 5">
            <a:extLst>
              <a:ext uri="{FF2B5EF4-FFF2-40B4-BE49-F238E27FC236}">
                <a16:creationId xmlns:a16="http://schemas.microsoft.com/office/drawing/2014/main" id="{63B85379-957A-462B-7EF7-3EFC137B15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FD9B6F-DF3E-74D7-A2B1-AAEA1E4E051A}"/>
              </a:ext>
            </a:extLst>
          </p:cNvPr>
          <p:cNvSpPr>
            <a:spLocks noGrp="1"/>
          </p:cNvSpPr>
          <p:nvPr>
            <p:ph type="sldNum" sz="quarter" idx="12"/>
          </p:nvPr>
        </p:nvSpPr>
        <p:spPr/>
        <p:txBody>
          <a:bodyPr/>
          <a:lstStyle/>
          <a:p>
            <a:fld id="{BE3E1634-5B19-4C9B-B248-DCABE96AE8DD}" type="slidenum">
              <a:rPr lang="en-US" smtClean="0"/>
              <a:t>‹#›</a:t>
            </a:fld>
            <a:endParaRPr lang="en-US"/>
          </a:p>
        </p:txBody>
      </p:sp>
    </p:spTree>
    <p:extLst>
      <p:ext uri="{BB962C8B-B14F-4D97-AF65-F5344CB8AC3E}">
        <p14:creationId xmlns:p14="http://schemas.microsoft.com/office/powerpoint/2010/main" val="2707565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F9FD0-EBED-12E6-C3D4-BF7BAD9227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EDC0F9-FA71-F771-0ED2-598CF40B53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3F1937-4920-46B5-9C32-B4FC6359BA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630BD4-94FF-F863-A5D1-B7058A7314BD}"/>
              </a:ext>
            </a:extLst>
          </p:cNvPr>
          <p:cNvSpPr>
            <a:spLocks noGrp="1"/>
          </p:cNvSpPr>
          <p:nvPr>
            <p:ph type="dt" sz="half" idx="10"/>
          </p:nvPr>
        </p:nvSpPr>
        <p:spPr/>
        <p:txBody>
          <a:bodyPr/>
          <a:lstStyle/>
          <a:p>
            <a:fld id="{0D800F2B-8383-4888-AB51-48AA8CA67567}" type="datetimeFigureOut">
              <a:rPr lang="en-US" smtClean="0"/>
              <a:t>7/8/2025</a:t>
            </a:fld>
            <a:endParaRPr lang="en-US"/>
          </a:p>
        </p:txBody>
      </p:sp>
      <p:sp>
        <p:nvSpPr>
          <p:cNvPr id="6" name="Footer Placeholder 5">
            <a:extLst>
              <a:ext uri="{FF2B5EF4-FFF2-40B4-BE49-F238E27FC236}">
                <a16:creationId xmlns:a16="http://schemas.microsoft.com/office/drawing/2014/main" id="{41D5A047-06D4-C6EA-BF6C-D2FC1BDF02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312F79-BFC6-0166-EF80-3892D037908C}"/>
              </a:ext>
            </a:extLst>
          </p:cNvPr>
          <p:cNvSpPr>
            <a:spLocks noGrp="1"/>
          </p:cNvSpPr>
          <p:nvPr>
            <p:ph type="sldNum" sz="quarter" idx="12"/>
          </p:nvPr>
        </p:nvSpPr>
        <p:spPr/>
        <p:txBody>
          <a:bodyPr/>
          <a:lstStyle/>
          <a:p>
            <a:fld id="{BE3E1634-5B19-4C9B-B248-DCABE96AE8DD}" type="slidenum">
              <a:rPr lang="en-US" smtClean="0"/>
              <a:t>‹#›</a:t>
            </a:fld>
            <a:endParaRPr lang="en-US"/>
          </a:p>
        </p:txBody>
      </p:sp>
    </p:spTree>
    <p:extLst>
      <p:ext uri="{BB962C8B-B14F-4D97-AF65-F5344CB8AC3E}">
        <p14:creationId xmlns:p14="http://schemas.microsoft.com/office/powerpoint/2010/main" val="3190540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EB07A-8C75-C658-6A85-DF9AF66BA87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DB467A3-06CD-E9C3-836F-163B960304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0BF1DB-6097-9CEB-A7AB-F28A43CEEEBF}"/>
              </a:ext>
            </a:extLst>
          </p:cNvPr>
          <p:cNvSpPr>
            <a:spLocks noGrp="1"/>
          </p:cNvSpPr>
          <p:nvPr>
            <p:ph type="dt" sz="half" idx="10"/>
          </p:nvPr>
        </p:nvSpPr>
        <p:spPr/>
        <p:txBody>
          <a:bodyPr/>
          <a:lstStyle/>
          <a:p>
            <a:fld id="{0D800F2B-8383-4888-AB51-48AA8CA67567}" type="datetimeFigureOut">
              <a:rPr lang="en-US" smtClean="0"/>
              <a:t>7/8/2025</a:t>
            </a:fld>
            <a:endParaRPr lang="en-US"/>
          </a:p>
        </p:txBody>
      </p:sp>
      <p:sp>
        <p:nvSpPr>
          <p:cNvPr id="5" name="Footer Placeholder 4">
            <a:extLst>
              <a:ext uri="{FF2B5EF4-FFF2-40B4-BE49-F238E27FC236}">
                <a16:creationId xmlns:a16="http://schemas.microsoft.com/office/drawing/2014/main" id="{819A2394-F711-D46E-22E2-96411FFDDA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5354A7-1B1D-A766-B1BD-1B10A0C89737}"/>
              </a:ext>
            </a:extLst>
          </p:cNvPr>
          <p:cNvSpPr>
            <a:spLocks noGrp="1"/>
          </p:cNvSpPr>
          <p:nvPr>
            <p:ph type="sldNum" sz="quarter" idx="12"/>
          </p:nvPr>
        </p:nvSpPr>
        <p:spPr/>
        <p:txBody>
          <a:bodyPr/>
          <a:lstStyle/>
          <a:p>
            <a:fld id="{BE3E1634-5B19-4C9B-B248-DCABE96AE8DD}" type="slidenum">
              <a:rPr lang="en-US" smtClean="0"/>
              <a:t>‹#›</a:t>
            </a:fld>
            <a:endParaRPr lang="en-US"/>
          </a:p>
        </p:txBody>
      </p:sp>
    </p:spTree>
    <p:extLst>
      <p:ext uri="{BB962C8B-B14F-4D97-AF65-F5344CB8AC3E}">
        <p14:creationId xmlns:p14="http://schemas.microsoft.com/office/powerpoint/2010/main" val="3821454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3748A0-1964-A5C0-E258-A7150B2C28B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350A17E-61E7-1E9C-19A8-33B1D6FA0F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E92F1D-FD6E-A8EE-B8A3-3EDCE083A57C}"/>
              </a:ext>
            </a:extLst>
          </p:cNvPr>
          <p:cNvSpPr>
            <a:spLocks noGrp="1"/>
          </p:cNvSpPr>
          <p:nvPr>
            <p:ph type="dt" sz="half" idx="10"/>
          </p:nvPr>
        </p:nvSpPr>
        <p:spPr/>
        <p:txBody>
          <a:bodyPr/>
          <a:lstStyle/>
          <a:p>
            <a:fld id="{0D800F2B-8383-4888-AB51-48AA8CA67567}" type="datetimeFigureOut">
              <a:rPr lang="en-US" smtClean="0"/>
              <a:t>7/8/2025</a:t>
            </a:fld>
            <a:endParaRPr lang="en-US"/>
          </a:p>
        </p:txBody>
      </p:sp>
      <p:sp>
        <p:nvSpPr>
          <p:cNvPr id="5" name="Footer Placeholder 4">
            <a:extLst>
              <a:ext uri="{FF2B5EF4-FFF2-40B4-BE49-F238E27FC236}">
                <a16:creationId xmlns:a16="http://schemas.microsoft.com/office/drawing/2014/main" id="{5098A140-80B6-C3B3-F079-04EA5D3ECE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B2EE74-2FE2-597D-43DE-A0FB2C8A01A4}"/>
              </a:ext>
            </a:extLst>
          </p:cNvPr>
          <p:cNvSpPr>
            <a:spLocks noGrp="1"/>
          </p:cNvSpPr>
          <p:nvPr>
            <p:ph type="sldNum" sz="quarter" idx="12"/>
          </p:nvPr>
        </p:nvSpPr>
        <p:spPr/>
        <p:txBody>
          <a:bodyPr/>
          <a:lstStyle/>
          <a:p>
            <a:fld id="{BE3E1634-5B19-4C9B-B248-DCABE96AE8DD}" type="slidenum">
              <a:rPr lang="en-US" smtClean="0"/>
              <a:t>‹#›</a:t>
            </a:fld>
            <a:endParaRPr lang="en-US"/>
          </a:p>
        </p:txBody>
      </p:sp>
    </p:spTree>
    <p:extLst>
      <p:ext uri="{BB962C8B-B14F-4D97-AF65-F5344CB8AC3E}">
        <p14:creationId xmlns:p14="http://schemas.microsoft.com/office/powerpoint/2010/main" val="3997546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dashHorz">
          <a:fgClr>
            <a:srgbClr val="FFFF00"/>
          </a:fgClr>
          <a:bgClr>
            <a:schemeClr val="bg1"/>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CFBD7B-3801-04CD-8C0E-4E1158D9AE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CEDE955-C902-C49B-7696-6EC064598E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56E317-59AF-2486-D5FF-1A7407F3DF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800F2B-8383-4888-AB51-48AA8CA67567}" type="datetimeFigureOut">
              <a:rPr lang="en-US" smtClean="0"/>
              <a:t>7/8/2025</a:t>
            </a:fld>
            <a:endParaRPr lang="en-US"/>
          </a:p>
        </p:txBody>
      </p:sp>
      <p:sp>
        <p:nvSpPr>
          <p:cNvPr id="5" name="Footer Placeholder 4">
            <a:extLst>
              <a:ext uri="{FF2B5EF4-FFF2-40B4-BE49-F238E27FC236}">
                <a16:creationId xmlns:a16="http://schemas.microsoft.com/office/drawing/2014/main" id="{72C5CB8E-6944-0D78-A0A6-BFE812F8A6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C54D4AA-36F0-AED9-8164-D0941B78EF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E3E1634-5B19-4C9B-B248-DCABE96AE8DD}" type="slidenum">
              <a:rPr lang="en-US" smtClean="0"/>
              <a:t>‹#›</a:t>
            </a:fld>
            <a:endParaRPr lang="en-US"/>
          </a:p>
        </p:txBody>
      </p:sp>
    </p:spTree>
    <p:extLst>
      <p:ext uri="{BB962C8B-B14F-4D97-AF65-F5344CB8AC3E}">
        <p14:creationId xmlns:p14="http://schemas.microsoft.com/office/powerpoint/2010/main" val="2243087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79DBA-9B56-5F35-37B9-2631B2FF9198}"/>
              </a:ext>
            </a:extLst>
          </p:cNvPr>
          <p:cNvSpPr>
            <a:spLocks noGrp="1"/>
          </p:cNvSpPr>
          <p:nvPr>
            <p:ph type="ctrTitle"/>
          </p:nvPr>
        </p:nvSpPr>
        <p:spPr>
          <a:xfrm>
            <a:off x="717754" y="1238493"/>
            <a:ext cx="9144000" cy="511278"/>
          </a:xfrm>
        </p:spPr>
        <p:txBody>
          <a:bodyPr>
            <a:normAutofit/>
          </a:bodyPr>
          <a:lstStyle/>
          <a:p>
            <a:r>
              <a:rPr lang="en-US" sz="2800" b="1" dirty="0"/>
              <a:t>PRSQL-02 MEDICAL DATA HISTORY</a:t>
            </a:r>
          </a:p>
        </p:txBody>
      </p:sp>
      <p:sp>
        <p:nvSpPr>
          <p:cNvPr id="3" name="Subtitle 2">
            <a:extLst>
              <a:ext uri="{FF2B5EF4-FFF2-40B4-BE49-F238E27FC236}">
                <a16:creationId xmlns:a16="http://schemas.microsoft.com/office/drawing/2014/main" id="{5959E115-85B3-B683-5F07-CF9BA0285B14}"/>
              </a:ext>
            </a:extLst>
          </p:cNvPr>
          <p:cNvSpPr>
            <a:spLocks noGrp="1"/>
          </p:cNvSpPr>
          <p:nvPr>
            <p:ph type="subTitle" idx="1"/>
          </p:nvPr>
        </p:nvSpPr>
        <p:spPr>
          <a:xfrm>
            <a:off x="521108" y="2329132"/>
            <a:ext cx="9144000" cy="511278"/>
          </a:xfrm>
        </p:spPr>
        <p:txBody>
          <a:bodyPr/>
          <a:lstStyle/>
          <a:p>
            <a:r>
              <a:rPr lang="en-US" dirty="0"/>
              <a:t>Medical Database Analysis – Internship Project </a:t>
            </a:r>
          </a:p>
        </p:txBody>
      </p:sp>
      <p:sp>
        <p:nvSpPr>
          <p:cNvPr id="4" name="Subtitle 2">
            <a:extLst>
              <a:ext uri="{FF2B5EF4-FFF2-40B4-BE49-F238E27FC236}">
                <a16:creationId xmlns:a16="http://schemas.microsoft.com/office/drawing/2014/main" id="{C23D4C11-F4F9-BE90-02BD-FA7C4212BE90}"/>
              </a:ext>
            </a:extLst>
          </p:cNvPr>
          <p:cNvSpPr txBox="1">
            <a:spLocks/>
          </p:cNvSpPr>
          <p:nvPr/>
        </p:nvSpPr>
        <p:spPr>
          <a:xfrm>
            <a:off x="3234812" y="107969"/>
            <a:ext cx="4109884" cy="511278"/>
          </a:xfrm>
          <a:prstGeom prst="rect">
            <a:avLst/>
          </a:prstGeom>
          <a:solidFill>
            <a:schemeClr val="accent2"/>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bg1"/>
                </a:solidFill>
              </a:rPr>
              <a:t>NAME:     SHADAB HUSSAIN  </a:t>
            </a:r>
          </a:p>
        </p:txBody>
      </p:sp>
      <p:sp>
        <p:nvSpPr>
          <p:cNvPr id="5" name="TextBox 4">
            <a:extLst>
              <a:ext uri="{FF2B5EF4-FFF2-40B4-BE49-F238E27FC236}">
                <a16:creationId xmlns:a16="http://schemas.microsoft.com/office/drawing/2014/main" id="{11267FE2-8D8E-906A-285D-0AF7340BD87D}"/>
              </a:ext>
            </a:extLst>
          </p:cNvPr>
          <p:cNvSpPr txBox="1"/>
          <p:nvPr/>
        </p:nvSpPr>
        <p:spPr>
          <a:xfrm>
            <a:off x="1115960" y="3203831"/>
            <a:ext cx="8347587" cy="923330"/>
          </a:xfrm>
          <a:prstGeom prst="rect">
            <a:avLst/>
          </a:prstGeom>
          <a:noFill/>
        </p:spPr>
        <p:txBody>
          <a:bodyPr wrap="square" rtlCol="0">
            <a:spAutoFit/>
          </a:bodyPr>
          <a:lstStyle/>
          <a:p>
            <a:r>
              <a:rPr lang="en-US" dirty="0"/>
              <a:t>“This project involved analyzing a medical database using SQL. The goal was to extract insights related to patients, doctors, admissions, and diagnoses by running a series of 35 structured queries.”</a:t>
            </a:r>
          </a:p>
        </p:txBody>
      </p:sp>
      <p:sp>
        <p:nvSpPr>
          <p:cNvPr id="6" name="TextBox 5">
            <a:extLst>
              <a:ext uri="{FF2B5EF4-FFF2-40B4-BE49-F238E27FC236}">
                <a16:creationId xmlns:a16="http://schemas.microsoft.com/office/drawing/2014/main" id="{894A8642-BEEE-6E24-68CE-D5D8BE7787EC}"/>
              </a:ext>
            </a:extLst>
          </p:cNvPr>
          <p:cNvSpPr txBox="1"/>
          <p:nvPr/>
        </p:nvSpPr>
        <p:spPr>
          <a:xfrm>
            <a:off x="1042218" y="4678063"/>
            <a:ext cx="8327923" cy="1200329"/>
          </a:xfrm>
          <a:prstGeom prst="rect">
            <a:avLst/>
          </a:prstGeom>
          <a:noFill/>
        </p:spPr>
        <p:txBody>
          <a:bodyPr wrap="square">
            <a:spAutoFit/>
          </a:bodyPr>
          <a:lstStyle/>
          <a:p>
            <a:r>
              <a:rPr lang="en-US" dirty="0"/>
              <a:t>“After getting access to the database using the credentials they provided, I connected to MySQL Workbench and began exploring the tables. I worked on each SQL query one by one, verifying the results. I also visualized the key data using Power BI to make it easier to understand and analyze trends.”</a:t>
            </a:r>
          </a:p>
        </p:txBody>
      </p:sp>
    </p:spTree>
    <p:extLst>
      <p:ext uri="{BB962C8B-B14F-4D97-AF65-F5344CB8AC3E}">
        <p14:creationId xmlns:p14="http://schemas.microsoft.com/office/powerpoint/2010/main" val="12733835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E5B3343B-EAA0-B33F-E029-78A4E8F61882}"/>
              </a:ext>
            </a:extLst>
          </p:cNvPr>
          <p:cNvSpPr txBox="1"/>
          <p:nvPr/>
        </p:nvSpPr>
        <p:spPr>
          <a:xfrm>
            <a:off x="845574" y="1315422"/>
            <a:ext cx="4257368" cy="161582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900" dirty="0"/>
              <a:t> 1. Show first name, last name, and gender of patients who's gender is 'M’ </a:t>
            </a:r>
          </a:p>
          <a:p>
            <a:r>
              <a:rPr lang="en-US" sz="1900" dirty="0"/>
              <a:t>Query:   </a:t>
            </a:r>
          </a:p>
          <a:p>
            <a:pPr marL="914400" lvl="2" indent="0">
              <a:buNone/>
            </a:pPr>
            <a:r>
              <a:rPr lang="en-US" sz="1400" b="1" dirty="0">
                <a:solidFill>
                  <a:schemeClr val="accent2"/>
                </a:solidFill>
              </a:rPr>
              <a:t>  SELECT   first_name,last_name,gender,</a:t>
            </a:r>
          </a:p>
          <a:p>
            <a:pPr marL="914400" lvl="2" indent="0">
              <a:buNone/>
            </a:pPr>
            <a:r>
              <a:rPr lang="en-US" sz="1400" b="1" dirty="0">
                <a:solidFill>
                  <a:schemeClr val="accent2"/>
                </a:solidFill>
              </a:rPr>
              <a:t>         WHERE gender = “M”,</a:t>
            </a:r>
          </a:p>
        </p:txBody>
      </p:sp>
      <p:pic>
        <p:nvPicPr>
          <p:cNvPr id="12" name="Picture 11" descr="A screenshot of a computer&#10;&#10;AI-generated content may be incorrect.">
            <a:extLst>
              <a:ext uri="{FF2B5EF4-FFF2-40B4-BE49-F238E27FC236}">
                <a16:creationId xmlns:a16="http://schemas.microsoft.com/office/drawing/2014/main" id="{C367212E-6195-7F8F-32ED-41128F16B1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4085" y="922824"/>
            <a:ext cx="5230432" cy="4764154"/>
          </a:xfrm>
          <a:prstGeom prst="rect">
            <a:avLst/>
          </a:prstGeom>
          <a:ln>
            <a:solidFill>
              <a:srgbClr val="00B050"/>
            </a:solidFill>
          </a:ln>
          <a:effectLst>
            <a:glow rad="101600">
              <a:schemeClr val="accent2">
                <a:satMod val="175000"/>
                <a:alpha val="40000"/>
              </a:schemeClr>
            </a:glow>
          </a:effectLst>
        </p:spPr>
      </p:pic>
    </p:spTree>
    <p:extLst>
      <p:ext uri="{BB962C8B-B14F-4D97-AF65-F5344CB8AC3E}">
        <p14:creationId xmlns:p14="http://schemas.microsoft.com/office/powerpoint/2010/main" val="936593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638CA4-749A-FD9E-14BF-457CD2507735}"/>
              </a:ext>
            </a:extLst>
          </p:cNvPr>
          <p:cNvSpPr>
            <a:spLocks noGrp="1"/>
          </p:cNvSpPr>
          <p:nvPr>
            <p:ph type="title"/>
          </p:nvPr>
        </p:nvSpPr>
        <p:spPr>
          <a:xfrm>
            <a:off x="730636" y="452284"/>
            <a:ext cx="3733210" cy="961483"/>
          </a:xfrm>
        </p:spPr>
        <p:txBody>
          <a:bodyPr vert="horz" lIns="91440" tIns="45720" rIns="91440" bIns="45720" rtlCol="0" anchor="b">
            <a:normAutofit/>
          </a:bodyPr>
          <a:lstStyle/>
          <a:p>
            <a:r>
              <a:rPr lang="en-US" sz="1900" dirty="0">
                <a:solidFill>
                  <a:schemeClr val="dk1"/>
                </a:solidFill>
                <a:latin typeface="+mn-lt"/>
                <a:ea typeface="+mn-ea"/>
                <a:cs typeface="+mn-cs"/>
              </a:rPr>
              <a:t>2.Show first name and last name of patients who does not have allergies</a:t>
            </a:r>
          </a:p>
        </p:txBody>
      </p:sp>
      <p:sp>
        <p:nvSpPr>
          <p:cNvPr id="3" name="Content Placeholder 2">
            <a:extLst>
              <a:ext uri="{FF2B5EF4-FFF2-40B4-BE49-F238E27FC236}">
                <a16:creationId xmlns:a16="http://schemas.microsoft.com/office/drawing/2014/main" id="{D13AC02F-4603-2367-E582-7B0047857CB8}"/>
              </a:ext>
            </a:extLst>
          </p:cNvPr>
          <p:cNvSpPr>
            <a:spLocks noGrp="1"/>
          </p:cNvSpPr>
          <p:nvPr>
            <p:ph idx="1"/>
          </p:nvPr>
        </p:nvSpPr>
        <p:spPr>
          <a:xfrm>
            <a:off x="951862" y="1495024"/>
            <a:ext cx="3290757" cy="1360728"/>
          </a:xfrm>
        </p:spPr>
        <p:txBody>
          <a:bodyPr vert="horz" lIns="91440" tIns="45720" rIns="91440" bIns="45720" rtlCol="0">
            <a:normAutofit/>
          </a:bodyPr>
          <a:lstStyle/>
          <a:p>
            <a:pPr marL="0" indent="0">
              <a:buNone/>
            </a:pPr>
            <a:r>
              <a:rPr lang="en-US" sz="1800" b="1" dirty="0">
                <a:solidFill>
                  <a:schemeClr val="accent2"/>
                </a:solidFill>
              </a:rPr>
              <a:t>	SELECT first_name,last_name           	FROM patients WHERE allergies IS      NULL;</a:t>
            </a:r>
          </a:p>
        </p:txBody>
      </p:sp>
      <p:pic>
        <p:nvPicPr>
          <p:cNvPr id="5" name="Picture 4" descr="A screenshot of a computer&#10;&#10;AI-generated content may be incorrect.">
            <a:extLst>
              <a:ext uri="{FF2B5EF4-FFF2-40B4-BE49-F238E27FC236}">
                <a16:creationId xmlns:a16="http://schemas.microsoft.com/office/drawing/2014/main" id="{E3C3D8B7-97CF-AAFD-BC85-62F74B5BAA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4481" y="577960"/>
            <a:ext cx="1864953" cy="1834127"/>
          </a:xfrm>
          <a:prstGeom prst="rect">
            <a:avLst/>
          </a:prstGeom>
          <a:ln>
            <a:solidFill>
              <a:srgbClr val="00B050"/>
            </a:solidFill>
          </a:ln>
          <a:effectLst>
            <a:glow rad="101600">
              <a:schemeClr val="accent2">
                <a:satMod val="175000"/>
                <a:alpha val="40000"/>
              </a:schemeClr>
            </a:glow>
          </a:effectLst>
        </p:spPr>
      </p:pic>
      <p:sp>
        <p:nvSpPr>
          <p:cNvPr id="4" name="Title 1">
            <a:extLst>
              <a:ext uri="{FF2B5EF4-FFF2-40B4-BE49-F238E27FC236}">
                <a16:creationId xmlns:a16="http://schemas.microsoft.com/office/drawing/2014/main" id="{7F0B8DB9-C10F-6760-DECF-311958E782A7}"/>
              </a:ext>
            </a:extLst>
          </p:cNvPr>
          <p:cNvSpPr txBox="1">
            <a:spLocks/>
          </p:cNvSpPr>
          <p:nvPr/>
        </p:nvSpPr>
        <p:spPr>
          <a:xfrm>
            <a:off x="538316" y="3446586"/>
            <a:ext cx="3704303" cy="103105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900" dirty="0">
                <a:solidFill>
                  <a:schemeClr val="dk1"/>
                </a:solidFill>
                <a:latin typeface="+mn-lt"/>
                <a:ea typeface="+mn-ea"/>
                <a:cs typeface="+mn-cs"/>
              </a:rPr>
              <a:t>3. Show first name of patients that start with the letter 'C'---</a:t>
            </a:r>
          </a:p>
        </p:txBody>
      </p:sp>
      <p:sp>
        <p:nvSpPr>
          <p:cNvPr id="6" name="Content Placeholder 2">
            <a:extLst>
              <a:ext uri="{FF2B5EF4-FFF2-40B4-BE49-F238E27FC236}">
                <a16:creationId xmlns:a16="http://schemas.microsoft.com/office/drawing/2014/main" id="{F96C2657-07D3-37D9-AD3E-0A6D5D6737DD}"/>
              </a:ext>
            </a:extLst>
          </p:cNvPr>
          <p:cNvSpPr txBox="1">
            <a:spLocks/>
          </p:cNvSpPr>
          <p:nvPr/>
        </p:nvSpPr>
        <p:spPr>
          <a:xfrm>
            <a:off x="538316" y="4477642"/>
            <a:ext cx="2612923" cy="10310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a:solidFill>
                  <a:schemeClr val="accent2"/>
                </a:solidFill>
              </a:rPr>
              <a:t>SELECT first_name                  FROM patients WHERE first_name LIKE “C%”;</a:t>
            </a:r>
          </a:p>
        </p:txBody>
      </p:sp>
      <p:pic>
        <p:nvPicPr>
          <p:cNvPr id="7" name="Picture 6" descr="A screenshot of a phone&#10;&#10;AI-generated content may be incorrect.">
            <a:extLst>
              <a:ext uri="{FF2B5EF4-FFF2-40B4-BE49-F238E27FC236}">
                <a16:creationId xmlns:a16="http://schemas.microsoft.com/office/drawing/2014/main" id="{1FE6C2D9-593A-99DF-9EED-A94851A2A2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4481" y="3962114"/>
            <a:ext cx="2153265" cy="1799304"/>
          </a:xfrm>
          <a:prstGeom prst="rect">
            <a:avLst/>
          </a:prstGeom>
          <a:ln>
            <a:solidFill>
              <a:srgbClr val="00B050"/>
            </a:solidFill>
          </a:ln>
          <a:effectLst>
            <a:glow rad="101600">
              <a:schemeClr val="accent2">
                <a:satMod val="175000"/>
                <a:alpha val="40000"/>
              </a:schemeClr>
            </a:glow>
          </a:effectLst>
        </p:spPr>
      </p:pic>
    </p:spTree>
    <p:extLst>
      <p:ext uri="{BB962C8B-B14F-4D97-AF65-F5344CB8AC3E}">
        <p14:creationId xmlns:p14="http://schemas.microsoft.com/office/powerpoint/2010/main" val="3919297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8C7F3-7E76-9931-1F3F-08C25BFC6C7A}"/>
              </a:ext>
            </a:extLst>
          </p:cNvPr>
          <p:cNvSpPr>
            <a:spLocks noGrp="1"/>
          </p:cNvSpPr>
          <p:nvPr>
            <p:ph type="title"/>
          </p:nvPr>
        </p:nvSpPr>
        <p:spPr>
          <a:xfrm>
            <a:off x="533400" y="530942"/>
            <a:ext cx="3645310" cy="1720645"/>
          </a:xfrm>
        </p:spPr>
        <p:txBody>
          <a:bodyPr>
            <a:noAutofit/>
          </a:bodyPr>
          <a:lstStyle/>
          <a:p>
            <a:r>
              <a:rPr lang="en-US" sz="1900" dirty="0">
                <a:solidFill>
                  <a:schemeClr val="dk1"/>
                </a:solidFill>
                <a:latin typeface="+mn-lt"/>
                <a:ea typeface="+mn-ea"/>
                <a:cs typeface="+mn-cs"/>
              </a:rPr>
              <a:t>4. Show first name and last name of patients that weight within the range of 100 to 120 (inclusive)</a:t>
            </a:r>
          </a:p>
        </p:txBody>
      </p:sp>
      <p:sp>
        <p:nvSpPr>
          <p:cNvPr id="3" name="Content Placeholder 2">
            <a:extLst>
              <a:ext uri="{FF2B5EF4-FFF2-40B4-BE49-F238E27FC236}">
                <a16:creationId xmlns:a16="http://schemas.microsoft.com/office/drawing/2014/main" id="{7AEB6BEB-D53D-AD9F-2B64-F3D24BF35A41}"/>
              </a:ext>
            </a:extLst>
          </p:cNvPr>
          <p:cNvSpPr>
            <a:spLocks noGrp="1"/>
          </p:cNvSpPr>
          <p:nvPr>
            <p:ph idx="1"/>
          </p:nvPr>
        </p:nvSpPr>
        <p:spPr>
          <a:xfrm>
            <a:off x="199103" y="2664540"/>
            <a:ext cx="4215581" cy="2880854"/>
          </a:xfrm>
        </p:spPr>
        <p:txBody>
          <a:bodyPr>
            <a:normAutofit/>
          </a:bodyPr>
          <a:lstStyle/>
          <a:p>
            <a:pPr marL="0" indent="0">
              <a:buNone/>
            </a:pPr>
            <a:r>
              <a:rPr lang="en-US" sz="1800" b="1" dirty="0">
                <a:solidFill>
                  <a:schemeClr val="accent2"/>
                </a:solidFill>
              </a:rPr>
              <a:t>SELECT first_name ,last_name FROM patients WHERE weight BETWEEN 100 AND 120;</a:t>
            </a:r>
          </a:p>
          <a:p>
            <a:pPr marL="0" indent="0">
              <a:buNone/>
            </a:pPr>
            <a:r>
              <a:rPr lang="en-US" sz="1800" b="1" dirty="0">
                <a:solidFill>
                  <a:schemeClr val="accent2"/>
                </a:solidFill>
              </a:rPr>
              <a:t>OR</a:t>
            </a:r>
          </a:p>
          <a:p>
            <a:pPr marL="0" indent="0">
              <a:buNone/>
            </a:pPr>
            <a:r>
              <a:rPr lang="en-US" sz="1800" b="1" dirty="0">
                <a:solidFill>
                  <a:schemeClr val="accent2"/>
                </a:solidFill>
              </a:rPr>
              <a:t>SELECT first_name,last_name FROM patients WHERE weight &gt;=100 AND weight &lt;=120;</a:t>
            </a:r>
          </a:p>
        </p:txBody>
      </p:sp>
      <p:pic>
        <p:nvPicPr>
          <p:cNvPr id="5" name="Picture 4" descr="A screenshot of a computer&#10;&#10;AI-generated content may be incorrect.">
            <a:extLst>
              <a:ext uri="{FF2B5EF4-FFF2-40B4-BE49-F238E27FC236}">
                <a16:creationId xmlns:a16="http://schemas.microsoft.com/office/drawing/2014/main" id="{99B47EAF-6FA6-6DA7-CC66-F2E4734C54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5297" y="787912"/>
            <a:ext cx="3705497" cy="5110329"/>
          </a:xfrm>
          <a:prstGeom prst="rect">
            <a:avLst/>
          </a:prstGeom>
          <a:ln>
            <a:solidFill>
              <a:srgbClr val="00B050"/>
            </a:solidFill>
          </a:ln>
          <a:effectLst>
            <a:glow rad="101600">
              <a:schemeClr val="accent2">
                <a:satMod val="175000"/>
                <a:alpha val="40000"/>
              </a:schemeClr>
            </a:glow>
          </a:effectLst>
        </p:spPr>
      </p:pic>
    </p:spTree>
    <p:extLst>
      <p:ext uri="{BB962C8B-B14F-4D97-AF65-F5344CB8AC3E}">
        <p14:creationId xmlns:p14="http://schemas.microsoft.com/office/powerpoint/2010/main" val="2164138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E08F7-B7E6-C91A-7DED-E3BD6DABD1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229EDF-373B-A43E-2B33-8FDC039D5B52}"/>
              </a:ext>
            </a:extLst>
          </p:cNvPr>
          <p:cNvSpPr>
            <a:spLocks noGrp="1"/>
          </p:cNvSpPr>
          <p:nvPr>
            <p:ph type="title"/>
          </p:nvPr>
        </p:nvSpPr>
        <p:spPr>
          <a:xfrm>
            <a:off x="484239" y="846904"/>
            <a:ext cx="4068097" cy="1483341"/>
          </a:xfrm>
        </p:spPr>
        <p:txBody>
          <a:bodyPr>
            <a:normAutofit/>
          </a:bodyPr>
          <a:lstStyle/>
          <a:p>
            <a:r>
              <a:rPr lang="en-US" sz="2400" dirty="0"/>
              <a:t>5.Update the patients table for the allergies column. If the patient's allergies is null then replace it with 'NKA' </a:t>
            </a:r>
            <a:endParaRPr lang="en-US" sz="3600" dirty="0"/>
          </a:p>
        </p:txBody>
      </p:sp>
      <p:sp>
        <p:nvSpPr>
          <p:cNvPr id="3" name="Content Placeholder 2">
            <a:extLst>
              <a:ext uri="{FF2B5EF4-FFF2-40B4-BE49-F238E27FC236}">
                <a16:creationId xmlns:a16="http://schemas.microsoft.com/office/drawing/2014/main" id="{1A7462CB-25AC-B3F8-F12B-AFCFEB01C3A5}"/>
              </a:ext>
            </a:extLst>
          </p:cNvPr>
          <p:cNvSpPr>
            <a:spLocks noGrp="1"/>
          </p:cNvSpPr>
          <p:nvPr>
            <p:ph idx="1"/>
          </p:nvPr>
        </p:nvSpPr>
        <p:spPr>
          <a:xfrm>
            <a:off x="385916" y="2674375"/>
            <a:ext cx="5257800" cy="1071715"/>
          </a:xfrm>
        </p:spPr>
        <p:txBody>
          <a:bodyPr>
            <a:normAutofit fontScale="92500"/>
          </a:bodyPr>
          <a:lstStyle/>
          <a:p>
            <a:pPr marL="0" indent="0">
              <a:buNone/>
            </a:pPr>
            <a:r>
              <a:rPr lang="en-US" dirty="0"/>
              <a:t>I tried my best to use update and ALTER command but did not work</a:t>
            </a:r>
          </a:p>
        </p:txBody>
      </p:sp>
    </p:spTree>
    <p:extLst>
      <p:ext uri="{BB962C8B-B14F-4D97-AF65-F5344CB8AC3E}">
        <p14:creationId xmlns:p14="http://schemas.microsoft.com/office/powerpoint/2010/main" val="1977517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4BD8C-447D-206F-78C0-27DA4DBC2B82}"/>
              </a:ext>
            </a:extLst>
          </p:cNvPr>
          <p:cNvSpPr>
            <a:spLocks noGrp="1"/>
          </p:cNvSpPr>
          <p:nvPr>
            <p:ph type="title"/>
          </p:nvPr>
        </p:nvSpPr>
        <p:spPr>
          <a:xfrm>
            <a:off x="582562" y="521111"/>
            <a:ext cx="3655142" cy="1366684"/>
          </a:xfrm>
        </p:spPr>
        <p:txBody>
          <a:bodyPr>
            <a:normAutofit/>
          </a:bodyPr>
          <a:lstStyle/>
          <a:p>
            <a:r>
              <a:rPr lang="en-US" sz="1900" dirty="0">
                <a:solidFill>
                  <a:schemeClr val="dk1"/>
                </a:solidFill>
                <a:latin typeface="+mn-lt"/>
                <a:ea typeface="+mn-ea"/>
                <a:cs typeface="+mn-cs"/>
              </a:rPr>
              <a:t>6. Show first name and last name concatenated into one column to show their full name. </a:t>
            </a:r>
          </a:p>
        </p:txBody>
      </p:sp>
      <p:sp>
        <p:nvSpPr>
          <p:cNvPr id="3" name="Content Placeholder 2">
            <a:extLst>
              <a:ext uri="{FF2B5EF4-FFF2-40B4-BE49-F238E27FC236}">
                <a16:creationId xmlns:a16="http://schemas.microsoft.com/office/drawing/2014/main" id="{DF1AAF07-97AF-D9B8-A108-751ACD96A04E}"/>
              </a:ext>
            </a:extLst>
          </p:cNvPr>
          <p:cNvSpPr>
            <a:spLocks noGrp="1"/>
          </p:cNvSpPr>
          <p:nvPr>
            <p:ph idx="1"/>
          </p:nvPr>
        </p:nvSpPr>
        <p:spPr>
          <a:xfrm>
            <a:off x="582562" y="1887795"/>
            <a:ext cx="3782961" cy="914399"/>
          </a:xfrm>
        </p:spPr>
        <p:txBody>
          <a:bodyPr>
            <a:normAutofit lnSpcReduction="10000"/>
          </a:bodyPr>
          <a:lstStyle/>
          <a:p>
            <a:pPr marL="0" indent="0">
              <a:lnSpc>
                <a:spcPct val="100000"/>
              </a:lnSpc>
              <a:buNone/>
            </a:pPr>
            <a:r>
              <a:rPr lang="en-US" sz="1800" b="1" dirty="0">
                <a:solidFill>
                  <a:schemeClr val="accent2"/>
                </a:solidFill>
              </a:rPr>
              <a:t>SELECT concat(first_name, ' ', last_name) AS full_name FROM patients;</a:t>
            </a:r>
          </a:p>
        </p:txBody>
      </p:sp>
      <p:pic>
        <p:nvPicPr>
          <p:cNvPr id="5" name="Picture 4" descr="A screenshot of a computer&#10;&#10;AI-generated content may be incorrect.">
            <a:extLst>
              <a:ext uri="{FF2B5EF4-FFF2-40B4-BE49-F238E27FC236}">
                <a16:creationId xmlns:a16="http://schemas.microsoft.com/office/drawing/2014/main" id="{8136F99F-7F2B-E06E-40F6-82502DF90F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17342" y="390955"/>
            <a:ext cx="1504335" cy="2075441"/>
          </a:xfrm>
          <a:prstGeom prst="rect">
            <a:avLst/>
          </a:prstGeom>
          <a:ln>
            <a:solidFill>
              <a:srgbClr val="00B050"/>
            </a:solidFill>
          </a:ln>
          <a:effectLst>
            <a:glow rad="101600">
              <a:schemeClr val="accent2">
                <a:satMod val="175000"/>
                <a:alpha val="40000"/>
              </a:schemeClr>
            </a:glow>
          </a:effectLst>
        </p:spPr>
      </p:pic>
      <p:sp>
        <p:nvSpPr>
          <p:cNvPr id="4" name="Title 1">
            <a:extLst>
              <a:ext uri="{FF2B5EF4-FFF2-40B4-BE49-F238E27FC236}">
                <a16:creationId xmlns:a16="http://schemas.microsoft.com/office/drawing/2014/main" id="{E4762DC9-5D81-BE52-51C4-86997754A97C}"/>
              </a:ext>
            </a:extLst>
          </p:cNvPr>
          <p:cNvSpPr txBox="1">
            <a:spLocks/>
          </p:cNvSpPr>
          <p:nvPr/>
        </p:nvSpPr>
        <p:spPr>
          <a:xfrm>
            <a:off x="582562" y="3175818"/>
            <a:ext cx="3261852" cy="11995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900" dirty="0">
                <a:solidFill>
                  <a:schemeClr val="dk1"/>
                </a:solidFill>
                <a:latin typeface="+mn-lt"/>
                <a:ea typeface="+mn-ea"/>
                <a:cs typeface="+mn-cs"/>
              </a:rPr>
              <a:t>7. Show first name, last name, and the full province name of each patient. </a:t>
            </a:r>
          </a:p>
        </p:txBody>
      </p:sp>
      <p:sp>
        <p:nvSpPr>
          <p:cNvPr id="6" name="Content Placeholder 2">
            <a:extLst>
              <a:ext uri="{FF2B5EF4-FFF2-40B4-BE49-F238E27FC236}">
                <a16:creationId xmlns:a16="http://schemas.microsoft.com/office/drawing/2014/main" id="{368581DB-158D-3928-2BBA-D45E41452568}"/>
              </a:ext>
            </a:extLst>
          </p:cNvPr>
          <p:cNvSpPr txBox="1">
            <a:spLocks/>
          </p:cNvSpPr>
          <p:nvPr/>
        </p:nvSpPr>
        <p:spPr>
          <a:xfrm>
            <a:off x="518652" y="4394964"/>
            <a:ext cx="3655143" cy="173539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en-US" sz="1800" b="1" dirty="0">
                <a:solidFill>
                  <a:schemeClr val="accent2"/>
                </a:solidFill>
              </a:rPr>
              <a:t>SELECT p.first_name ,p.last_name,pr.province_name FROM patient p JOIN province_names pr ON p.province_id = pr.province_id;</a:t>
            </a:r>
          </a:p>
        </p:txBody>
      </p:sp>
      <p:pic>
        <p:nvPicPr>
          <p:cNvPr id="7" name="Picture 6" descr="A screenshot of a computer&#10;&#10;AI-generated content may be incorrect.">
            <a:extLst>
              <a:ext uri="{FF2B5EF4-FFF2-40B4-BE49-F238E27FC236}">
                <a16:creationId xmlns:a16="http://schemas.microsoft.com/office/drawing/2014/main" id="{0335AC65-F3FD-E6B9-8882-ACA3979692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8685" y="4272377"/>
            <a:ext cx="2212257" cy="1857981"/>
          </a:xfrm>
          <a:prstGeom prst="rect">
            <a:avLst/>
          </a:prstGeom>
          <a:ln>
            <a:solidFill>
              <a:srgbClr val="00B050"/>
            </a:solidFill>
          </a:ln>
          <a:effectLst>
            <a:glow rad="101600">
              <a:schemeClr val="accent2">
                <a:satMod val="175000"/>
                <a:alpha val="40000"/>
              </a:schemeClr>
            </a:glow>
          </a:effectLst>
        </p:spPr>
      </p:pic>
    </p:spTree>
    <p:extLst>
      <p:ext uri="{BB962C8B-B14F-4D97-AF65-F5344CB8AC3E}">
        <p14:creationId xmlns:p14="http://schemas.microsoft.com/office/powerpoint/2010/main" val="1574862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B11F1-2504-8B06-B33A-4768F2675210}"/>
              </a:ext>
            </a:extLst>
          </p:cNvPr>
          <p:cNvSpPr>
            <a:spLocks noGrp="1"/>
          </p:cNvSpPr>
          <p:nvPr>
            <p:ph type="title"/>
          </p:nvPr>
        </p:nvSpPr>
        <p:spPr>
          <a:xfrm>
            <a:off x="602226" y="317772"/>
            <a:ext cx="4412226" cy="1071256"/>
          </a:xfrm>
        </p:spPr>
        <p:txBody>
          <a:bodyPr>
            <a:noAutofit/>
          </a:bodyPr>
          <a:lstStyle/>
          <a:p>
            <a:r>
              <a:rPr lang="en-US" sz="1900" dirty="0">
                <a:solidFill>
                  <a:schemeClr val="dk1"/>
                </a:solidFill>
                <a:latin typeface="+mn-lt"/>
                <a:ea typeface="+mn-ea"/>
                <a:cs typeface="+mn-cs"/>
              </a:rPr>
              <a:t>8---Show how many patients have a birth_date with 2010 as the birth year.</a:t>
            </a:r>
            <a:endParaRPr lang="en-US" sz="3600" dirty="0"/>
          </a:p>
        </p:txBody>
      </p:sp>
      <p:sp>
        <p:nvSpPr>
          <p:cNvPr id="3" name="Content Placeholder 2">
            <a:extLst>
              <a:ext uri="{FF2B5EF4-FFF2-40B4-BE49-F238E27FC236}">
                <a16:creationId xmlns:a16="http://schemas.microsoft.com/office/drawing/2014/main" id="{A3234E2E-7B2B-140A-032A-F6BEFC34C65A}"/>
              </a:ext>
            </a:extLst>
          </p:cNvPr>
          <p:cNvSpPr>
            <a:spLocks noGrp="1"/>
          </p:cNvSpPr>
          <p:nvPr>
            <p:ph idx="1"/>
          </p:nvPr>
        </p:nvSpPr>
        <p:spPr>
          <a:xfrm>
            <a:off x="533400" y="1389028"/>
            <a:ext cx="3271684" cy="872391"/>
          </a:xfrm>
        </p:spPr>
        <p:txBody>
          <a:bodyPr>
            <a:normAutofit lnSpcReduction="10000"/>
          </a:bodyPr>
          <a:lstStyle/>
          <a:p>
            <a:pPr marL="0" indent="0">
              <a:lnSpc>
                <a:spcPct val="100000"/>
              </a:lnSpc>
              <a:buNone/>
            </a:pPr>
            <a:r>
              <a:rPr lang="en-US" sz="1800" b="1" dirty="0">
                <a:solidFill>
                  <a:schemeClr val="accent2"/>
                </a:solidFill>
              </a:rPr>
              <a:t>SELECT COUNT(*) FROM patients WHERE YEAR(birth_date) = 2010;</a:t>
            </a:r>
          </a:p>
        </p:txBody>
      </p:sp>
      <p:pic>
        <p:nvPicPr>
          <p:cNvPr id="5" name="Picture 4" descr="A screenshot of a computer&#10;&#10;AI-generated content may be incorrect.">
            <a:extLst>
              <a:ext uri="{FF2B5EF4-FFF2-40B4-BE49-F238E27FC236}">
                <a16:creationId xmlns:a16="http://schemas.microsoft.com/office/drawing/2014/main" id="{0358E4F8-3FF3-BAEF-6F8E-A285FC50CB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84725" y="681105"/>
            <a:ext cx="1845701" cy="990377"/>
          </a:xfrm>
          <a:prstGeom prst="rect">
            <a:avLst/>
          </a:prstGeom>
          <a:ln>
            <a:solidFill>
              <a:srgbClr val="00B050"/>
            </a:solidFill>
          </a:ln>
          <a:effectLst>
            <a:glow rad="101600">
              <a:schemeClr val="accent2">
                <a:satMod val="175000"/>
                <a:alpha val="40000"/>
              </a:schemeClr>
            </a:glow>
          </a:effectLst>
        </p:spPr>
      </p:pic>
    </p:spTree>
    <p:extLst>
      <p:ext uri="{BB962C8B-B14F-4D97-AF65-F5344CB8AC3E}">
        <p14:creationId xmlns:p14="http://schemas.microsoft.com/office/powerpoint/2010/main" val="30405129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585BA-0F05-96A3-8F59-F51A0EEC5460}"/>
              </a:ext>
            </a:extLst>
          </p:cNvPr>
          <p:cNvSpPr>
            <a:spLocks noGrp="1"/>
          </p:cNvSpPr>
          <p:nvPr>
            <p:ph type="title"/>
          </p:nvPr>
        </p:nvSpPr>
        <p:spPr>
          <a:xfrm>
            <a:off x="838200" y="365126"/>
            <a:ext cx="3645310" cy="1153956"/>
          </a:xfrm>
        </p:spPr>
        <p:txBody>
          <a:bodyPr>
            <a:normAutofit/>
          </a:bodyPr>
          <a:lstStyle/>
          <a:p>
            <a:r>
              <a:rPr lang="en-US" sz="1900" dirty="0">
                <a:solidFill>
                  <a:schemeClr val="dk1"/>
                </a:solidFill>
                <a:latin typeface="+mn-lt"/>
                <a:ea typeface="+mn-ea"/>
                <a:cs typeface="+mn-cs"/>
              </a:rPr>
              <a:t>9. Show the first_name, last_name, and height of the patient with the greatest height. </a:t>
            </a:r>
          </a:p>
        </p:txBody>
      </p:sp>
      <p:sp>
        <p:nvSpPr>
          <p:cNvPr id="3" name="Content Placeholder 2">
            <a:extLst>
              <a:ext uri="{FF2B5EF4-FFF2-40B4-BE49-F238E27FC236}">
                <a16:creationId xmlns:a16="http://schemas.microsoft.com/office/drawing/2014/main" id="{27F73298-A821-5B57-E727-4343C04208B4}"/>
              </a:ext>
            </a:extLst>
          </p:cNvPr>
          <p:cNvSpPr>
            <a:spLocks noGrp="1"/>
          </p:cNvSpPr>
          <p:nvPr>
            <p:ph idx="1"/>
          </p:nvPr>
        </p:nvSpPr>
        <p:spPr>
          <a:xfrm>
            <a:off x="710379" y="1616563"/>
            <a:ext cx="3645311" cy="1011390"/>
          </a:xfrm>
        </p:spPr>
        <p:txBody>
          <a:bodyPr>
            <a:noAutofit/>
          </a:bodyPr>
          <a:lstStyle/>
          <a:p>
            <a:pPr marL="0" indent="0">
              <a:lnSpc>
                <a:spcPct val="100000"/>
              </a:lnSpc>
              <a:buNone/>
            </a:pPr>
            <a:r>
              <a:rPr lang="en-US" sz="1800" b="1" dirty="0">
                <a:solidFill>
                  <a:schemeClr val="accent2"/>
                </a:solidFill>
              </a:rPr>
              <a:t>SELECT first_name, last_name , height FROM patients ORDER BY height DESC LIMIT1;</a:t>
            </a:r>
          </a:p>
        </p:txBody>
      </p:sp>
      <p:pic>
        <p:nvPicPr>
          <p:cNvPr id="5" name="Picture 4" descr="A screenshot of a computer&#10;&#10;AI-generated content may be incorrect.">
            <a:extLst>
              <a:ext uri="{FF2B5EF4-FFF2-40B4-BE49-F238E27FC236}">
                <a16:creationId xmlns:a16="http://schemas.microsoft.com/office/drawing/2014/main" id="{4A230A5C-5452-6915-42D1-AA22DEFCDC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8950" y="747826"/>
            <a:ext cx="3737871" cy="786195"/>
          </a:xfrm>
          <a:prstGeom prst="rect">
            <a:avLst/>
          </a:prstGeom>
          <a:ln>
            <a:solidFill>
              <a:srgbClr val="00B050"/>
            </a:solidFill>
          </a:ln>
          <a:effectLst>
            <a:glow rad="101600">
              <a:schemeClr val="accent2">
                <a:satMod val="175000"/>
                <a:alpha val="40000"/>
              </a:schemeClr>
            </a:glow>
          </a:effectLst>
        </p:spPr>
      </p:pic>
      <p:sp>
        <p:nvSpPr>
          <p:cNvPr id="6" name="Content Placeholder 2">
            <a:extLst>
              <a:ext uri="{FF2B5EF4-FFF2-40B4-BE49-F238E27FC236}">
                <a16:creationId xmlns:a16="http://schemas.microsoft.com/office/drawing/2014/main" id="{C0E93767-452B-E8B4-1039-0D9EE43570DE}"/>
              </a:ext>
            </a:extLst>
          </p:cNvPr>
          <p:cNvSpPr txBox="1">
            <a:spLocks/>
          </p:cNvSpPr>
          <p:nvPr/>
        </p:nvSpPr>
        <p:spPr>
          <a:xfrm>
            <a:off x="582561" y="3244928"/>
            <a:ext cx="3900949" cy="1011390"/>
          </a:xfrm>
          <a:prstGeom prst="rect">
            <a:avLst/>
          </a:prstGeom>
        </p:spPr>
        <p:txBody>
          <a:bodyPr vert="horz" lIns="91440" tIns="45720" rIns="91440" bIns="45720" rtlCol="0">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a:p>
            <a:pPr marL="0" indent="0">
              <a:buNone/>
            </a:pPr>
            <a:r>
              <a:rPr lang="en-US" sz="2900" dirty="0"/>
              <a:t> </a:t>
            </a:r>
            <a:r>
              <a:rPr lang="en-US" sz="5800" dirty="0">
                <a:solidFill>
                  <a:schemeClr val="dk1"/>
                </a:solidFill>
              </a:rPr>
              <a:t>10. Show all columns for patients who have one of the following </a:t>
            </a:r>
            <a:r>
              <a:rPr lang="en-US" sz="5800" dirty="0" err="1">
                <a:solidFill>
                  <a:schemeClr val="dk1"/>
                </a:solidFill>
              </a:rPr>
              <a:t>patient_ids</a:t>
            </a:r>
            <a:r>
              <a:rPr lang="en-US" sz="5800" dirty="0">
                <a:solidFill>
                  <a:schemeClr val="dk1"/>
                </a:solidFill>
              </a:rPr>
              <a:t>: 1,45,534,879,1000 </a:t>
            </a:r>
          </a:p>
        </p:txBody>
      </p:sp>
      <p:sp>
        <p:nvSpPr>
          <p:cNvPr id="7" name="Content Placeholder 2">
            <a:extLst>
              <a:ext uri="{FF2B5EF4-FFF2-40B4-BE49-F238E27FC236}">
                <a16:creationId xmlns:a16="http://schemas.microsoft.com/office/drawing/2014/main" id="{7A17F5D0-D730-D5A6-026B-AADF21F8ECBD}"/>
              </a:ext>
            </a:extLst>
          </p:cNvPr>
          <p:cNvSpPr txBox="1">
            <a:spLocks/>
          </p:cNvSpPr>
          <p:nvPr/>
        </p:nvSpPr>
        <p:spPr>
          <a:xfrm>
            <a:off x="582562" y="4621443"/>
            <a:ext cx="3045542" cy="12090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800" b="1" dirty="0">
                <a:solidFill>
                  <a:schemeClr val="accent2"/>
                </a:solidFill>
              </a:rPr>
              <a:t>SELECT * FROM patients WHERE </a:t>
            </a:r>
            <a:r>
              <a:rPr lang="en-US" sz="1800" b="1" dirty="0" err="1">
                <a:solidFill>
                  <a:schemeClr val="accent2"/>
                </a:solidFill>
              </a:rPr>
              <a:t>patient_id</a:t>
            </a:r>
            <a:r>
              <a:rPr lang="en-US" sz="1800" b="1" dirty="0">
                <a:solidFill>
                  <a:schemeClr val="accent2"/>
                </a:solidFill>
              </a:rPr>
              <a:t> IN (1,45,534,879,1000);</a:t>
            </a:r>
          </a:p>
        </p:txBody>
      </p:sp>
      <p:pic>
        <p:nvPicPr>
          <p:cNvPr id="9" name="Picture 8" descr="A screenshot of a computer&#10;&#10;AI-generated content may be incorrect.">
            <a:extLst>
              <a:ext uri="{FF2B5EF4-FFF2-40B4-BE49-F238E27FC236}">
                <a16:creationId xmlns:a16="http://schemas.microsoft.com/office/drawing/2014/main" id="{B13E5A11-1FEA-C141-D90A-EA5C5D6509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8453" y="3785420"/>
            <a:ext cx="6233700" cy="1656735"/>
          </a:xfrm>
          <a:prstGeom prst="rect">
            <a:avLst/>
          </a:prstGeom>
          <a:ln>
            <a:solidFill>
              <a:srgbClr val="00B050"/>
            </a:solidFill>
          </a:ln>
          <a:effectLst>
            <a:glow rad="101600">
              <a:schemeClr val="accent2">
                <a:satMod val="175000"/>
                <a:alpha val="40000"/>
              </a:schemeClr>
            </a:glow>
          </a:effectLst>
        </p:spPr>
      </p:pic>
    </p:spTree>
    <p:extLst>
      <p:ext uri="{BB962C8B-B14F-4D97-AF65-F5344CB8AC3E}">
        <p14:creationId xmlns:p14="http://schemas.microsoft.com/office/powerpoint/2010/main" val="993188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C8BB2-897E-5664-49F6-12F5A2957A7C}"/>
              </a:ext>
            </a:extLst>
          </p:cNvPr>
          <p:cNvSpPr>
            <a:spLocks noGrp="1"/>
          </p:cNvSpPr>
          <p:nvPr>
            <p:ph type="title"/>
          </p:nvPr>
        </p:nvSpPr>
        <p:spPr>
          <a:xfrm>
            <a:off x="916857" y="542106"/>
            <a:ext cx="3517490" cy="779924"/>
          </a:xfrm>
        </p:spPr>
        <p:txBody>
          <a:bodyPr>
            <a:normAutofit/>
          </a:bodyPr>
          <a:lstStyle/>
          <a:p>
            <a:r>
              <a:rPr lang="en-US" sz="1900" dirty="0">
                <a:solidFill>
                  <a:schemeClr val="dk1"/>
                </a:solidFill>
                <a:latin typeface="+mn-lt"/>
                <a:ea typeface="+mn-ea"/>
                <a:cs typeface="+mn-cs"/>
              </a:rPr>
              <a:t>11. Show the total number of admissions. </a:t>
            </a:r>
          </a:p>
        </p:txBody>
      </p:sp>
      <p:sp>
        <p:nvSpPr>
          <p:cNvPr id="3" name="Content Placeholder 2">
            <a:extLst>
              <a:ext uri="{FF2B5EF4-FFF2-40B4-BE49-F238E27FC236}">
                <a16:creationId xmlns:a16="http://schemas.microsoft.com/office/drawing/2014/main" id="{97D08AFD-5869-54EE-2CB7-B65253BE1CF4}"/>
              </a:ext>
            </a:extLst>
          </p:cNvPr>
          <p:cNvSpPr>
            <a:spLocks noGrp="1"/>
          </p:cNvSpPr>
          <p:nvPr>
            <p:ph idx="1"/>
          </p:nvPr>
        </p:nvSpPr>
        <p:spPr>
          <a:xfrm>
            <a:off x="916857" y="1322030"/>
            <a:ext cx="3517490" cy="1042218"/>
          </a:xfrm>
        </p:spPr>
        <p:txBody>
          <a:bodyPr>
            <a:noAutofit/>
          </a:bodyPr>
          <a:lstStyle/>
          <a:p>
            <a:pPr marL="0" indent="0">
              <a:lnSpc>
                <a:spcPct val="100000"/>
              </a:lnSpc>
              <a:buNone/>
            </a:pPr>
            <a:r>
              <a:rPr lang="en-US" sz="1800" b="1" dirty="0">
                <a:solidFill>
                  <a:schemeClr val="accent2"/>
                </a:solidFill>
              </a:rPr>
              <a:t>SELECT COUNT(*) AS total_admissions FROM admissions;</a:t>
            </a:r>
          </a:p>
        </p:txBody>
      </p:sp>
      <p:pic>
        <p:nvPicPr>
          <p:cNvPr id="5" name="Picture 4" descr="A close up of a number&#10;&#10;AI-generated content may be incorrect.">
            <a:extLst>
              <a:ext uri="{FF2B5EF4-FFF2-40B4-BE49-F238E27FC236}">
                <a16:creationId xmlns:a16="http://schemas.microsoft.com/office/drawing/2014/main" id="{F8489D3A-1A27-D831-0CBB-8060CE605D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67306" y="1050040"/>
            <a:ext cx="2057387" cy="1068570"/>
          </a:xfrm>
          <a:prstGeom prst="rect">
            <a:avLst/>
          </a:prstGeom>
          <a:ln>
            <a:solidFill>
              <a:srgbClr val="00B050"/>
            </a:solidFill>
          </a:ln>
          <a:effectLst>
            <a:glow rad="101600">
              <a:schemeClr val="accent2">
                <a:satMod val="175000"/>
                <a:alpha val="40000"/>
              </a:schemeClr>
            </a:glow>
          </a:effectLst>
        </p:spPr>
      </p:pic>
      <p:sp>
        <p:nvSpPr>
          <p:cNvPr id="6" name="Title 1">
            <a:extLst>
              <a:ext uri="{FF2B5EF4-FFF2-40B4-BE49-F238E27FC236}">
                <a16:creationId xmlns:a16="http://schemas.microsoft.com/office/drawing/2014/main" id="{38520214-4756-A8D4-17C5-8F52A588AA95}"/>
              </a:ext>
            </a:extLst>
          </p:cNvPr>
          <p:cNvSpPr txBox="1">
            <a:spLocks/>
          </p:cNvSpPr>
          <p:nvPr/>
        </p:nvSpPr>
        <p:spPr>
          <a:xfrm>
            <a:off x="803022" y="2832150"/>
            <a:ext cx="3114370" cy="157270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sz="1900" dirty="0">
                <a:solidFill>
                  <a:schemeClr val="dk1"/>
                </a:solidFill>
                <a:latin typeface="+mn-lt"/>
                <a:ea typeface="+mn-ea"/>
                <a:cs typeface="+mn-cs"/>
              </a:rPr>
              <a:t>12. Show all the columns from admissions where the patient was admitted and discharged on the same day. </a:t>
            </a:r>
          </a:p>
        </p:txBody>
      </p:sp>
      <p:sp>
        <p:nvSpPr>
          <p:cNvPr id="8" name="Content Placeholder 2">
            <a:extLst>
              <a:ext uri="{FF2B5EF4-FFF2-40B4-BE49-F238E27FC236}">
                <a16:creationId xmlns:a16="http://schemas.microsoft.com/office/drawing/2014/main" id="{094A7D68-99DB-1D62-973B-75048564724B}"/>
              </a:ext>
            </a:extLst>
          </p:cNvPr>
          <p:cNvSpPr txBox="1">
            <a:spLocks/>
          </p:cNvSpPr>
          <p:nvPr/>
        </p:nvSpPr>
        <p:spPr>
          <a:xfrm>
            <a:off x="828366" y="4710981"/>
            <a:ext cx="3271686" cy="10422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800" b="1" dirty="0">
                <a:solidFill>
                  <a:schemeClr val="accent2"/>
                </a:solidFill>
              </a:rPr>
              <a:t>SELECT * FROM admissions WHERE admission_date = discharge_date;</a:t>
            </a:r>
          </a:p>
        </p:txBody>
      </p:sp>
      <p:pic>
        <p:nvPicPr>
          <p:cNvPr id="10" name="Picture 9" descr="A screenshot of a medical data">
            <a:extLst>
              <a:ext uri="{FF2B5EF4-FFF2-40B4-BE49-F238E27FC236}">
                <a16:creationId xmlns:a16="http://schemas.microsoft.com/office/drawing/2014/main" id="{03345B34-FDE2-A489-436D-60CEB472B3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93031" y="3559156"/>
            <a:ext cx="5128930" cy="1691391"/>
          </a:xfrm>
          <a:prstGeom prst="rect">
            <a:avLst/>
          </a:prstGeom>
          <a:ln>
            <a:solidFill>
              <a:srgbClr val="00B050"/>
            </a:solidFill>
          </a:ln>
          <a:effectLst>
            <a:glow rad="101600">
              <a:schemeClr val="accent2">
                <a:satMod val="175000"/>
                <a:alpha val="40000"/>
              </a:schemeClr>
            </a:glow>
          </a:effectLst>
        </p:spPr>
      </p:pic>
    </p:spTree>
    <p:extLst>
      <p:ext uri="{BB962C8B-B14F-4D97-AF65-F5344CB8AC3E}">
        <p14:creationId xmlns:p14="http://schemas.microsoft.com/office/powerpoint/2010/main" val="3257258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6C6BF-3BAC-4677-C352-EBF9546252E2}"/>
              </a:ext>
            </a:extLst>
          </p:cNvPr>
          <p:cNvSpPr>
            <a:spLocks noGrp="1"/>
          </p:cNvSpPr>
          <p:nvPr>
            <p:ph type="title"/>
          </p:nvPr>
        </p:nvSpPr>
        <p:spPr>
          <a:xfrm>
            <a:off x="838200" y="365125"/>
            <a:ext cx="2878394" cy="982967"/>
          </a:xfrm>
        </p:spPr>
        <p:txBody>
          <a:bodyPr>
            <a:normAutofit/>
          </a:bodyPr>
          <a:lstStyle/>
          <a:p>
            <a:pPr>
              <a:lnSpc>
                <a:spcPct val="100000"/>
              </a:lnSpc>
            </a:pPr>
            <a:r>
              <a:rPr lang="en-US" sz="1900" dirty="0">
                <a:solidFill>
                  <a:schemeClr val="dk1"/>
                </a:solidFill>
                <a:latin typeface="+mn-lt"/>
                <a:ea typeface="+mn-ea"/>
                <a:cs typeface="+mn-cs"/>
              </a:rPr>
              <a:t>13. Show the total number of admissions for patient_id 579. </a:t>
            </a:r>
          </a:p>
        </p:txBody>
      </p:sp>
      <p:sp>
        <p:nvSpPr>
          <p:cNvPr id="3" name="Content Placeholder 2">
            <a:extLst>
              <a:ext uri="{FF2B5EF4-FFF2-40B4-BE49-F238E27FC236}">
                <a16:creationId xmlns:a16="http://schemas.microsoft.com/office/drawing/2014/main" id="{7531CFCC-EAF3-554F-EA37-F557AF851E0D}"/>
              </a:ext>
            </a:extLst>
          </p:cNvPr>
          <p:cNvSpPr>
            <a:spLocks noGrp="1"/>
          </p:cNvSpPr>
          <p:nvPr>
            <p:ph idx="1"/>
          </p:nvPr>
        </p:nvSpPr>
        <p:spPr>
          <a:xfrm>
            <a:off x="838200" y="1421836"/>
            <a:ext cx="2878394" cy="982967"/>
          </a:xfrm>
        </p:spPr>
        <p:txBody>
          <a:bodyPr>
            <a:noAutofit/>
          </a:bodyPr>
          <a:lstStyle/>
          <a:p>
            <a:pPr marL="0" indent="0">
              <a:lnSpc>
                <a:spcPct val="100000"/>
              </a:lnSpc>
              <a:buNone/>
            </a:pPr>
            <a:r>
              <a:rPr lang="en-US" sz="1800" b="1" dirty="0">
                <a:solidFill>
                  <a:schemeClr val="accent2"/>
                </a:solidFill>
              </a:rPr>
              <a:t>SELECT COUNT (*) FROM admissions WHERE peatient_id = 579;</a:t>
            </a:r>
          </a:p>
        </p:txBody>
      </p:sp>
      <p:pic>
        <p:nvPicPr>
          <p:cNvPr id="5" name="Picture 4" descr="A close up of a number&#10;&#10;AI-generated content may be incorrect.">
            <a:extLst>
              <a:ext uri="{FF2B5EF4-FFF2-40B4-BE49-F238E27FC236}">
                <a16:creationId xmlns:a16="http://schemas.microsoft.com/office/drawing/2014/main" id="{2EEDC0A4-C9DD-5455-FBDB-AC700F26C1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7854" y="1210453"/>
            <a:ext cx="1816005" cy="814531"/>
          </a:xfrm>
          <a:prstGeom prst="rect">
            <a:avLst/>
          </a:prstGeom>
          <a:ln>
            <a:solidFill>
              <a:srgbClr val="00B050"/>
            </a:solidFill>
          </a:ln>
          <a:effectLst>
            <a:glow rad="101600">
              <a:schemeClr val="accent2">
                <a:satMod val="175000"/>
                <a:alpha val="40000"/>
              </a:schemeClr>
            </a:glow>
          </a:effectLst>
        </p:spPr>
      </p:pic>
      <p:sp>
        <p:nvSpPr>
          <p:cNvPr id="6" name="Title 1">
            <a:extLst>
              <a:ext uri="{FF2B5EF4-FFF2-40B4-BE49-F238E27FC236}">
                <a16:creationId xmlns:a16="http://schemas.microsoft.com/office/drawing/2014/main" id="{CB820ED8-7145-4B4D-0AD7-F67CEABC6D29}"/>
              </a:ext>
            </a:extLst>
          </p:cNvPr>
          <p:cNvSpPr txBox="1">
            <a:spLocks/>
          </p:cNvSpPr>
          <p:nvPr/>
        </p:nvSpPr>
        <p:spPr>
          <a:xfrm>
            <a:off x="618203" y="3429001"/>
            <a:ext cx="3393358" cy="1024198"/>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sz="1900" dirty="0">
                <a:solidFill>
                  <a:schemeClr val="dk1"/>
                </a:solidFill>
                <a:latin typeface="+mn-lt"/>
                <a:ea typeface="+mn-ea"/>
                <a:cs typeface="+mn-cs"/>
              </a:rPr>
              <a:t>14. Based on the cities that our patients live in, show unique cities that are in province_id 'NS'? </a:t>
            </a:r>
          </a:p>
        </p:txBody>
      </p:sp>
      <p:sp>
        <p:nvSpPr>
          <p:cNvPr id="7" name="Content Placeholder 2">
            <a:extLst>
              <a:ext uri="{FF2B5EF4-FFF2-40B4-BE49-F238E27FC236}">
                <a16:creationId xmlns:a16="http://schemas.microsoft.com/office/drawing/2014/main" id="{DCB7ECFD-97BD-4A84-33F7-9366E8317F4C}"/>
              </a:ext>
            </a:extLst>
          </p:cNvPr>
          <p:cNvSpPr txBox="1">
            <a:spLocks/>
          </p:cNvSpPr>
          <p:nvPr/>
        </p:nvSpPr>
        <p:spPr>
          <a:xfrm>
            <a:off x="680883" y="4828307"/>
            <a:ext cx="2681749" cy="11809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800" b="1" dirty="0">
                <a:solidFill>
                  <a:schemeClr val="accent2"/>
                </a:solidFill>
              </a:rPr>
              <a:t>SELECT DISTINCT city FROM patients WHERE provine_id = “NS”;</a:t>
            </a:r>
          </a:p>
        </p:txBody>
      </p:sp>
      <p:pic>
        <p:nvPicPr>
          <p:cNvPr id="9" name="Picture 8" descr="A screenshot of a computer&#10;&#10;AI-generated content may be incorrect.">
            <a:extLst>
              <a:ext uri="{FF2B5EF4-FFF2-40B4-BE49-F238E27FC236}">
                <a16:creationId xmlns:a16="http://schemas.microsoft.com/office/drawing/2014/main" id="{F89E9E90-AD06-6EAC-80C0-7E4876E43B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92442" y="4453199"/>
            <a:ext cx="2386827" cy="1180902"/>
          </a:xfrm>
          <a:prstGeom prst="rect">
            <a:avLst/>
          </a:prstGeom>
          <a:ln>
            <a:solidFill>
              <a:srgbClr val="00B050"/>
            </a:solidFill>
          </a:ln>
          <a:effectLst>
            <a:glow rad="101600">
              <a:schemeClr val="accent2">
                <a:satMod val="175000"/>
                <a:alpha val="40000"/>
              </a:schemeClr>
            </a:glow>
          </a:effectLst>
        </p:spPr>
      </p:pic>
    </p:spTree>
    <p:extLst>
      <p:ext uri="{BB962C8B-B14F-4D97-AF65-F5344CB8AC3E}">
        <p14:creationId xmlns:p14="http://schemas.microsoft.com/office/powerpoint/2010/main" val="710783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AE675-3F40-1FF3-EDE6-2849AF86CD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5CC1A3-696F-D286-236A-AF8E462EDC74}"/>
              </a:ext>
            </a:extLst>
          </p:cNvPr>
          <p:cNvSpPr>
            <a:spLocks noGrp="1"/>
          </p:cNvSpPr>
          <p:nvPr>
            <p:ph type="title"/>
          </p:nvPr>
        </p:nvSpPr>
        <p:spPr>
          <a:xfrm>
            <a:off x="838200" y="365125"/>
            <a:ext cx="3035710" cy="1386756"/>
          </a:xfrm>
        </p:spPr>
        <p:txBody>
          <a:bodyPr>
            <a:normAutofit fontScale="90000"/>
          </a:bodyPr>
          <a:lstStyle/>
          <a:p>
            <a:pPr>
              <a:lnSpc>
                <a:spcPct val="100000"/>
              </a:lnSpc>
            </a:pPr>
            <a:r>
              <a:rPr lang="en-US" sz="1900" dirty="0">
                <a:solidFill>
                  <a:schemeClr val="dk1"/>
                </a:solidFill>
                <a:latin typeface="+mn-lt"/>
                <a:ea typeface="+mn-ea"/>
                <a:cs typeface="+mn-cs"/>
              </a:rPr>
              <a:t>15. Write a query to find the first_name, last name and birth date of patients who have height more than 160 and weight more than 70</a:t>
            </a:r>
          </a:p>
        </p:txBody>
      </p:sp>
      <p:sp>
        <p:nvSpPr>
          <p:cNvPr id="3" name="Content Placeholder 2">
            <a:extLst>
              <a:ext uri="{FF2B5EF4-FFF2-40B4-BE49-F238E27FC236}">
                <a16:creationId xmlns:a16="http://schemas.microsoft.com/office/drawing/2014/main" id="{8E85E852-31AA-EC48-6091-2E1AC66FA3FD}"/>
              </a:ext>
            </a:extLst>
          </p:cNvPr>
          <p:cNvSpPr>
            <a:spLocks noGrp="1"/>
          </p:cNvSpPr>
          <p:nvPr>
            <p:ph idx="1"/>
          </p:nvPr>
        </p:nvSpPr>
        <p:spPr>
          <a:xfrm>
            <a:off x="759542" y="2019785"/>
            <a:ext cx="3438832" cy="1187323"/>
          </a:xfrm>
        </p:spPr>
        <p:txBody>
          <a:bodyPr>
            <a:noAutofit/>
          </a:bodyPr>
          <a:lstStyle/>
          <a:p>
            <a:pPr marL="0" indent="0">
              <a:lnSpc>
                <a:spcPct val="100000"/>
              </a:lnSpc>
              <a:buNone/>
            </a:pPr>
            <a:r>
              <a:rPr lang="en-US" sz="1800" b="1" dirty="0">
                <a:solidFill>
                  <a:schemeClr val="accent2"/>
                </a:solidFill>
              </a:rPr>
              <a:t>SELECT first_name , last_name , birth_date  WHERE height = 160 AND weight = 70;</a:t>
            </a:r>
          </a:p>
        </p:txBody>
      </p:sp>
      <p:sp>
        <p:nvSpPr>
          <p:cNvPr id="6" name="Title 1">
            <a:extLst>
              <a:ext uri="{FF2B5EF4-FFF2-40B4-BE49-F238E27FC236}">
                <a16:creationId xmlns:a16="http://schemas.microsoft.com/office/drawing/2014/main" id="{DF6503C2-95AB-8DDC-DEF9-08F14BCEB0A0}"/>
              </a:ext>
            </a:extLst>
          </p:cNvPr>
          <p:cNvSpPr txBox="1">
            <a:spLocks/>
          </p:cNvSpPr>
          <p:nvPr/>
        </p:nvSpPr>
        <p:spPr>
          <a:xfrm>
            <a:off x="555523" y="3650892"/>
            <a:ext cx="3098391" cy="110367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sz="1700" dirty="0">
                <a:solidFill>
                  <a:schemeClr val="dk1"/>
                </a:solidFill>
                <a:latin typeface="+mn-lt"/>
                <a:ea typeface="+mn-ea"/>
                <a:cs typeface="+mn-cs"/>
              </a:rPr>
              <a:t>16. Show unique birth years from patients and order them by ascending. </a:t>
            </a:r>
          </a:p>
        </p:txBody>
      </p:sp>
      <p:sp>
        <p:nvSpPr>
          <p:cNvPr id="7" name="Content Placeholder 2">
            <a:extLst>
              <a:ext uri="{FF2B5EF4-FFF2-40B4-BE49-F238E27FC236}">
                <a16:creationId xmlns:a16="http://schemas.microsoft.com/office/drawing/2014/main" id="{F14E28EE-9F84-EFBA-DEF7-0C4DE971F2E7}"/>
              </a:ext>
            </a:extLst>
          </p:cNvPr>
          <p:cNvSpPr txBox="1">
            <a:spLocks/>
          </p:cNvSpPr>
          <p:nvPr/>
        </p:nvSpPr>
        <p:spPr>
          <a:xfrm>
            <a:off x="680883" y="4995455"/>
            <a:ext cx="3438832" cy="12775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800" b="1" dirty="0">
                <a:solidFill>
                  <a:schemeClr val="accent2"/>
                </a:solidFill>
              </a:rPr>
              <a:t>SELECT DISTINCT YEAR (birth_date) AS birth_year ORDER BY birth_year ASC;</a:t>
            </a:r>
          </a:p>
        </p:txBody>
      </p:sp>
      <p:pic>
        <p:nvPicPr>
          <p:cNvPr id="8" name="Picture 7" descr="A screenshot of a computer&#10;&#10;AI-generated content may be incorrect.">
            <a:extLst>
              <a:ext uri="{FF2B5EF4-FFF2-40B4-BE49-F238E27FC236}">
                <a16:creationId xmlns:a16="http://schemas.microsoft.com/office/drawing/2014/main" id="{3BD57B64-E43C-3272-130D-4E963CF44A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2217" y="814501"/>
            <a:ext cx="3765875" cy="807822"/>
          </a:xfrm>
          <a:prstGeom prst="rect">
            <a:avLst/>
          </a:prstGeom>
          <a:ln>
            <a:solidFill>
              <a:srgbClr val="00B050"/>
            </a:solidFill>
          </a:ln>
          <a:effectLst>
            <a:glow rad="101600">
              <a:schemeClr val="accent2">
                <a:satMod val="175000"/>
                <a:alpha val="40000"/>
              </a:schemeClr>
            </a:glow>
          </a:effectLst>
        </p:spPr>
      </p:pic>
      <p:pic>
        <p:nvPicPr>
          <p:cNvPr id="11" name="Picture 10" descr="A screenshot of a computer&#10;&#10;AI-generated content may be incorrect.">
            <a:extLst>
              <a:ext uri="{FF2B5EF4-FFF2-40B4-BE49-F238E27FC236}">
                <a16:creationId xmlns:a16="http://schemas.microsoft.com/office/drawing/2014/main" id="{438D1DFA-07EF-4F53-9A9B-2265F66661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0076" y="3778373"/>
            <a:ext cx="1260660" cy="2799260"/>
          </a:xfrm>
          <a:prstGeom prst="rect">
            <a:avLst/>
          </a:prstGeom>
          <a:ln>
            <a:solidFill>
              <a:srgbClr val="00B050"/>
            </a:solidFill>
          </a:ln>
          <a:effectLst>
            <a:glow rad="101600">
              <a:schemeClr val="accent2">
                <a:satMod val="175000"/>
                <a:alpha val="40000"/>
              </a:schemeClr>
            </a:glow>
          </a:effectLst>
        </p:spPr>
      </p:pic>
    </p:spTree>
    <p:extLst>
      <p:ext uri="{BB962C8B-B14F-4D97-AF65-F5344CB8AC3E}">
        <p14:creationId xmlns:p14="http://schemas.microsoft.com/office/powerpoint/2010/main" val="4016400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4DE35-8EAD-A1AD-C195-FF9470717479}"/>
              </a:ext>
            </a:extLst>
          </p:cNvPr>
          <p:cNvSpPr>
            <a:spLocks noGrp="1"/>
          </p:cNvSpPr>
          <p:nvPr>
            <p:ph type="title"/>
          </p:nvPr>
        </p:nvSpPr>
        <p:spPr>
          <a:xfrm>
            <a:off x="838200" y="365125"/>
            <a:ext cx="3045542" cy="1325563"/>
          </a:xfrm>
        </p:spPr>
        <p:txBody>
          <a:bodyPr>
            <a:normAutofit/>
          </a:bodyPr>
          <a:lstStyle/>
          <a:p>
            <a:pPr>
              <a:lnSpc>
                <a:spcPct val="100000"/>
              </a:lnSpc>
            </a:pPr>
            <a:r>
              <a:rPr lang="en-US" sz="1700" dirty="0">
                <a:solidFill>
                  <a:schemeClr val="dk1"/>
                </a:solidFill>
                <a:latin typeface="+mn-lt"/>
                <a:ea typeface="+mn-ea"/>
                <a:cs typeface="+mn-cs"/>
              </a:rPr>
              <a:t>17. Show unique first names from the patients table which only occurs once in the list</a:t>
            </a:r>
          </a:p>
        </p:txBody>
      </p:sp>
      <p:sp>
        <p:nvSpPr>
          <p:cNvPr id="3" name="Content Placeholder 2">
            <a:extLst>
              <a:ext uri="{FF2B5EF4-FFF2-40B4-BE49-F238E27FC236}">
                <a16:creationId xmlns:a16="http://schemas.microsoft.com/office/drawing/2014/main" id="{218C43A7-3207-6D3A-5163-E43AD5AF502C}"/>
              </a:ext>
            </a:extLst>
          </p:cNvPr>
          <p:cNvSpPr>
            <a:spLocks noGrp="1"/>
          </p:cNvSpPr>
          <p:nvPr>
            <p:ph idx="1"/>
          </p:nvPr>
        </p:nvSpPr>
        <p:spPr>
          <a:xfrm>
            <a:off x="838200" y="1825625"/>
            <a:ext cx="3645310" cy="1139211"/>
          </a:xfrm>
        </p:spPr>
        <p:txBody>
          <a:bodyPr>
            <a:noAutofit/>
          </a:bodyPr>
          <a:lstStyle/>
          <a:p>
            <a:pPr marL="0" indent="0">
              <a:lnSpc>
                <a:spcPct val="100000"/>
              </a:lnSpc>
              <a:buNone/>
            </a:pPr>
            <a:r>
              <a:rPr lang="en-US" sz="1800" b="1" dirty="0">
                <a:solidFill>
                  <a:schemeClr val="accent2"/>
                </a:solidFill>
              </a:rPr>
              <a:t>SELECT first_name FROM patients GROUP BY first_name HAVING COUNT(*) = 1;</a:t>
            </a:r>
          </a:p>
        </p:txBody>
      </p:sp>
      <p:pic>
        <p:nvPicPr>
          <p:cNvPr id="5" name="Picture 4" descr="A screenshot of a computer&#10;&#10;AI-generated content may be incorrect.">
            <a:extLst>
              <a:ext uri="{FF2B5EF4-FFF2-40B4-BE49-F238E27FC236}">
                <a16:creationId xmlns:a16="http://schemas.microsoft.com/office/drawing/2014/main" id="{B696A60E-3550-D100-FC21-391CC7C0F6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5829" y="450599"/>
            <a:ext cx="1141447" cy="2004234"/>
          </a:xfrm>
          <a:prstGeom prst="rect">
            <a:avLst/>
          </a:prstGeom>
          <a:ln>
            <a:solidFill>
              <a:srgbClr val="00B050"/>
            </a:solidFill>
          </a:ln>
          <a:effectLst>
            <a:glow rad="101600">
              <a:schemeClr val="accent2">
                <a:satMod val="175000"/>
                <a:alpha val="40000"/>
              </a:schemeClr>
            </a:glow>
          </a:effectLst>
        </p:spPr>
      </p:pic>
      <p:sp>
        <p:nvSpPr>
          <p:cNvPr id="6" name="Title 1">
            <a:extLst>
              <a:ext uri="{FF2B5EF4-FFF2-40B4-BE49-F238E27FC236}">
                <a16:creationId xmlns:a16="http://schemas.microsoft.com/office/drawing/2014/main" id="{70C0FFB6-80F7-00E6-C64B-A7B8D0CE6D98}"/>
              </a:ext>
            </a:extLst>
          </p:cNvPr>
          <p:cNvSpPr txBox="1">
            <a:spLocks/>
          </p:cNvSpPr>
          <p:nvPr/>
        </p:nvSpPr>
        <p:spPr>
          <a:xfrm>
            <a:off x="631723" y="3185652"/>
            <a:ext cx="3045542" cy="15633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en-US" sz="1700" dirty="0">
                <a:solidFill>
                  <a:schemeClr val="dk1"/>
                </a:solidFill>
                <a:latin typeface="+mn-lt"/>
                <a:ea typeface="+mn-ea"/>
                <a:cs typeface="+mn-cs"/>
              </a:rPr>
              <a:t>18. Show patient_id and first_name from patients where their first_name start and ends with 's' and is at least 6 characters long.</a:t>
            </a:r>
          </a:p>
        </p:txBody>
      </p:sp>
      <p:sp>
        <p:nvSpPr>
          <p:cNvPr id="7" name="Content Placeholder 2">
            <a:extLst>
              <a:ext uri="{FF2B5EF4-FFF2-40B4-BE49-F238E27FC236}">
                <a16:creationId xmlns:a16="http://schemas.microsoft.com/office/drawing/2014/main" id="{506C8B0B-A74D-BF90-2F77-8D58BD5AB25D}"/>
              </a:ext>
            </a:extLst>
          </p:cNvPr>
          <p:cNvSpPr txBox="1">
            <a:spLocks/>
          </p:cNvSpPr>
          <p:nvPr/>
        </p:nvSpPr>
        <p:spPr>
          <a:xfrm>
            <a:off x="631723" y="4920327"/>
            <a:ext cx="3645310" cy="13526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800" b="1" dirty="0">
                <a:solidFill>
                  <a:schemeClr val="accent2"/>
                </a:solidFill>
              </a:rPr>
              <a:t>SELECT patient_id , first_name FROM patients WHERE first_name LIKE “s%s        AND CHAR_LENGHT(first_name) &gt;= 6;</a:t>
            </a:r>
          </a:p>
        </p:txBody>
      </p:sp>
      <p:pic>
        <p:nvPicPr>
          <p:cNvPr id="9" name="Picture 8" descr="A screenshot of a computer&#10;&#10;AI-generated content may be incorrect.">
            <a:extLst>
              <a:ext uri="{FF2B5EF4-FFF2-40B4-BE49-F238E27FC236}">
                <a16:creationId xmlns:a16="http://schemas.microsoft.com/office/drawing/2014/main" id="{7A87D7E8-8839-27C2-2795-693E6B38DB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6565" y="3611948"/>
            <a:ext cx="1539373" cy="1958510"/>
          </a:xfrm>
          <a:prstGeom prst="rect">
            <a:avLst/>
          </a:prstGeom>
          <a:ln>
            <a:solidFill>
              <a:srgbClr val="00B050"/>
            </a:solidFill>
          </a:ln>
          <a:effectLst>
            <a:glow rad="101600">
              <a:schemeClr val="accent2">
                <a:satMod val="175000"/>
                <a:alpha val="40000"/>
              </a:schemeClr>
            </a:glow>
          </a:effectLst>
        </p:spPr>
      </p:pic>
    </p:spTree>
    <p:extLst>
      <p:ext uri="{BB962C8B-B14F-4D97-AF65-F5344CB8AC3E}">
        <p14:creationId xmlns:p14="http://schemas.microsoft.com/office/powerpoint/2010/main" val="1083600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B6416-59C7-7098-1421-90970E7D47B5}"/>
              </a:ext>
            </a:extLst>
          </p:cNvPr>
          <p:cNvSpPr>
            <a:spLocks noGrp="1"/>
          </p:cNvSpPr>
          <p:nvPr>
            <p:ph type="title"/>
          </p:nvPr>
        </p:nvSpPr>
        <p:spPr>
          <a:xfrm>
            <a:off x="838200" y="365126"/>
            <a:ext cx="4520381" cy="1252660"/>
          </a:xfrm>
        </p:spPr>
        <p:txBody>
          <a:bodyPr>
            <a:noAutofit/>
          </a:bodyPr>
          <a:lstStyle/>
          <a:p>
            <a:pPr>
              <a:lnSpc>
                <a:spcPct val="120000"/>
              </a:lnSpc>
            </a:pPr>
            <a:r>
              <a:rPr lang="en-US" sz="1700" dirty="0">
                <a:solidFill>
                  <a:schemeClr val="dk1"/>
                </a:solidFill>
                <a:latin typeface="+mn-lt"/>
                <a:ea typeface="+mn-ea"/>
                <a:cs typeface="+mn-cs"/>
              </a:rPr>
              <a:t>19.Show patient_id, first_name, last_name from patients whos diagnosis is 'Dementia'. Primary diagnosis is stored in the admissions table</a:t>
            </a:r>
          </a:p>
        </p:txBody>
      </p:sp>
      <p:sp>
        <p:nvSpPr>
          <p:cNvPr id="3" name="Content Placeholder 2">
            <a:extLst>
              <a:ext uri="{FF2B5EF4-FFF2-40B4-BE49-F238E27FC236}">
                <a16:creationId xmlns:a16="http://schemas.microsoft.com/office/drawing/2014/main" id="{83CA2412-D36A-E109-7916-D7F36CF4C320}"/>
              </a:ext>
            </a:extLst>
          </p:cNvPr>
          <p:cNvSpPr>
            <a:spLocks noGrp="1"/>
          </p:cNvSpPr>
          <p:nvPr>
            <p:ph idx="1"/>
          </p:nvPr>
        </p:nvSpPr>
        <p:spPr>
          <a:xfrm>
            <a:off x="838200" y="2045110"/>
            <a:ext cx="4018935" cy="1130709"/>
          </a:xfrm>
        </p:spPr>
        <p:txBody>
          <a:bodyPr>
            <a:normAutofit fontScale="85000" lnSpcReduction="10000"/>
          </a:bodyPr>
          <a:lstStyle/>
          <a:p>
            <a:pPr marL="0" indent="0">
              <a:lnSpc>
                <a:spcPct val="100000"/>
              </a:lnSpc>
              <a:buNone/>
            </a:pPr>
            <a:r>
              <a:rPr lang="en-US" sz="1800" b="1" dirty="0">
                <a:solidFill>
                  <a:schemeClr val="accent2"/>
                </a:solidFill>
              </a:rPr>
              <a:t>SELECT p.patient_id ,p.first_name , p.last_name FROM patients p JOIN a.admissions ON p.patient_id =a.patient_id </a:t>
            </a:r>
          </a:p>
          <a:p>
            <a:pPr marL="0" indent="0">
              <a:lnSpc>
                <a:spcPct val="100000"/>
              </a:lnSpc>
              <a:buNone/>
            </a:pPr>
            <a:r>
              <a:rPr lang="en-US" sz="1800" b="1" dirty="0">
                <a:solidFill>
                  <a:schemeClr val="accent2"/>
                </a:solidFill>
              </a:rPr>
              <a:t>WHERE a.diagnosis = ‘Dementia’;</a:t>
            </a:r>
          </a:p>
        </p:txBody>
      </p:sp>
      <p:pic>
        <p:nvPicPr>
          <p:cNvPr id="5" name="Picture 4" descr="A screenshot of a computer&#10;&#10;AI-generated content may be incorrect.">
            <a:extLst>
              <a:ext uri="{FF2B5EF4-FFF2-40B4-BE49-F238E27FC236}">
                <a16:creationId xmlns:a16="http://schemas.microsoft.com/office/drawing/2014/main" id="{49E0FDB1-D050-6E22-24C8-97AB334A41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1769" y="590989"/>
            <a:ext cx="2407637" cy="2311681"/>
          </a:xfrm>
          <a:prstGeom prst="rect">
            <a:avLst/>
          </a:prstGeom>
          <a:ln>
            <a:solidFill>
              <a:srgbClr val="00B050"/>
            </a:solidFill>
          </a:ln>
          <a:effectLst>
            <a:glow rad="101600">
              <a:schemeClr val="accent2">
                <a:satMod val="175000"/>
                <a:alpha val="40000"/>
              </a:schemeClr>
            </a:glow>
          </a:effectLst>
        </p:spPr>
      </p:pic>
      <p:sp>
        <p:nvSpPr>
          <p:cNvPr id="6" name="Title 1">
            <a:extLst>
              <a:ext uri="{FF2B5EF4-FFF2-40B4-BE49-F238E27FC236}">
                <a16:creationId xmlns:a16="http://schemas.microsoft.com/office/drawing/2014/main" id="{BF63975F-A3DF-15D2-14AF-8AAB5B268033}"/>
              </a:ext>
            </a:extLst>
          </p:cNvPr>
          <p:cNvSpPr txBox="1">
            <a:spLocks/>
          </p:cNvSpPr>
          <p:nvPr/>
        </p:nvSpPr>
        <p:spPr>
          <a:xfrm>
            <a:off x="587476" y="3682182"/>
            <a:ext cx="4520381" cy="12526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en-US" sz="1700" dirty="0">
                <a:solidFill>
                  <a:schemeClr val="dk1"/>
                </a:solidFill>
                <a:latin typeface="+mn-lt"/>
                <a:ea typeface="+mn-ea"/>
                <a:cs typeface="+mn-cs"/>
              </a:rPr>
              <a:t>20. Display every patient's first_name. Order the list by the length of each name and then by alphabetically.</a:t>
            </a:r>
          </a:p>
        </p:txBody>
      </p:sp>
      <p:sp>
        <p:nvSpPr>
          <p:cNvPr id="7" name="Content Placeholder 2">
            <a:extLst>
              <a:ext uri="{FF2B5EF4-FFF2-40B4-BE49-F238E27FC236}">
                <a16:creationId xmlns:a16="http://schemas.microsoft.com/office/drawing/2014/main" id="{4C811EB1-42FF-AA12-9B37-D140F691E335}"/>
              </a:ext>
            </a:extLst>
          </p:cNvPr>
          <p:cNvSpPr txBox="1">
            <a:spLocks/>
          </p:cNvSpPr>
          <p:nvPr/>
        </p:nvSpPr>
        <p:spPr>
          <a:xfrm>
            <a:off x="838198" y="5067579"/>
            <a:ext cx="4018935" cy="8502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500" b="1" dirty="0">
                <a:solidFill>
                  <a:schemeClr val="accent2"/>
                </a:solidFill>
              </a:rPr>
              <a:t>SELECT first_name FROM patients ORDER BY CHAR_LENGTH(first_name) , first_name;</a:t>
            </a:r>
          </a:p>
        </p:txBody>
      </p:sp>
      <p:pic>
        <p:nvPicPr>
          <p:cNvPr id="9" name="Picture 8" descr="A screenshot of a computer&#10;&#10;AI-generated content may be incorrect.">
            <a:extLst>
              <a:ext uri="{FF2B5EF4-FFF2-40B4-BE49-F238E27FC236}">
                <a16:creationId xmlns:a16="http://schemas.microsoft.com/office/drawing/2014/main" id="{C3E95ED7-E2E1-ADC3-F9A7-640ACDC829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9732" y="3606140"/>
            <a:ext cx="1526745" cy="2311681"/>
          </a:xfrm>
          <a:prstGeom prst="rect">
            <a:avLst/>
          </a:prstGeom>
          <a:ln>
            <a:solidFill>
              <a:srgbClr val="00B050"/>
            </a:solidFill>
          </a:ln>
          <a:effectLst>
            <a:glow rad="101600">
              <a:schemeClr val="accent2">
                <a:satMod val="175000"/>
                <a:alpha val="40000"/>
              </a:schemeClr>
            </a:glow>
          </a:effectLst>
        </p:spPr>
      </p:pic>
    </p:spTree>
    <p:extLst>
      <p:ext uri="{BB962C8B-B14F-4D97-AF65-F5344CB8AC3E}">
        <p14:creationId xmlns:p14="http://schemas.microsoft.com/office/powerpoint/2010/main" val="4024656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1335A-102B-CF4D-D0EC-B965B7464F73}"/>
              </a:ext>
            </a:extLst>
          </p:cNvPr>
          <p:cNvSpPr>
            <a:spLocks noGrp="1"/>
          </p:cNvSpPr>
          <p:nvPr>
            <p:ph type="title"/>
          </p:nvPr>
        </p:nvSpPr>
        <p:spPr>
          <a:xfrm>
            <a:off x="838200" y="365125"/>
            <a:ext cx="4235245" cy="1051693"/>
          </a:xfrm>
        </p:spPr>
        <p:txBody>
          <a:bodyPr>
            <a:normAutofit fontScale="90000"/>
          </a:bodyPr>
          <a:lstStyle/>
          <a:p>
            <a:pPr>
              <a:lnSpc>
                <a:spcPct val="120000"/>
              </a:lnSpc>
            </a:pPr>
            <a:r>
              <a:rPr lang="en-US" sz="1700" dirty="0">
                <a:solidFill>
                  <a:schemeClr val="dk1"/>
                </a:solidFill>
                <a:latin typeface="+mn-lt"/>
                <a:ea typeface="+mn-ea"/>
                <a:cs typeface="+mn-cs"/>
              </a:rPr>
              <a:t>21. Show the total amount of male patients and the total amount of female patients in the patients' table. Display the two results in the same row</a:t>
            </a:r>
          </a:p>
        </p:txBody>
      </p:sp>
      <p:sp>
        <p:nvSpPr>
          <p:cNvPr id="8" name="Content Placeholder 7">
            <a:extLst>
              <a:ext uri="{FF2B5EF4-FFF2-40B4-BE49-F238E27FC236}">
                <a16:creationId xmlns:a16="http://schemas.microsoft.com/office/drawing/2014/main" id="{34B2563E-4BC7-0B9D-011A-25D374ACBAD3}"/>
              </a:ext>
            </a:extLst>
          </p:cNvPr>
          <p:cNvSpPr>
            <a:spLocks noGrp="1"/>
          </p:cNvSpPr>
          <p:nvPr>
            <p:ph idx="1"/>
          </p:nvPr>
        </p:nvSpPr>
        <p:spPr>
          <a:xfrm>
            <a:off x="715295" y="4316691"/>
            <a:ext cx="4166419" cy="1153549"/>
          </a:xfrm>
        </p:spPr>
        <p:txBody>
          <a:bodyPr>
            <a:normAutofit/>
          </a:bodyPr>
          <a:lstStyle/>
          <a:p>
            <a:pPr marL="0" indent="0">
              <a:buNone/>
            </a:pPr>
            <a:r>
              <a:rPr lang="en-US" sz="1500" b="1" dirty="0">
                <a:solidFill>
                  <a:schemeClr val="accent2"/>
                </a:solidFill>
              </a:rPr>
              <a:t>SELECT COUNT( CASE WHEN gender = "M" THEN 1 END) AS male_count,COUNT( CASE WHEN gender = "F" THEN 1 END) AS female_count FROM patients;</a:t>
            </a:r>
          </a:p>
        </p:txBody>
      </p:sp>
      <p:pic>
        <p:nvPicPr>
          <p:cNvPr id="10" name="Picture 9" descr="A screenshot of a computer&#10;&#10;AI-generated content may be incorrect.">
            <a:extLst>
              <a:ext uri="{FF2B5EF4-FFF2-40B4-BE49-F238E27FC236}">
                <a16:creationId xmlns:a16="http://schemas.microsoft.com/office/drawing/2014/main" id="{CFF1FF0C-2166-EB68-660A-9D53BBB2C9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4113" y="943011"/>
            <a:ext cx="2809194" cy="875741"/>
          </a:xfrm>
          <a:prstGeom prst="rect">
            <a:avLst/>
          </a:prstGeom>
          <a:ln>
            <a:solidFill>
              <a:srgbClr val="00B050"/>
            </a:solidFill>
          </a:ln>
          <a:effectLst>
            <a:glow rad="101600">
              <a:schemeClr val="accent2">
                <a:satMod val="175000"/>
                <a:alpha val="40000"/>
              </a:schemeClr>
            </a:glow>
          </a:effectLst>
        </p:spPr>
      </p:pic>
      <p:sp>
        <p:nvSpPr>
          <p:cNvPr id="11" name="Title 1">
            <a:extLst>
              <a:ext uri="{FF2B5EF4-FFF2-40B4-BE49-F238E27FC236}">
                <a16:creationId xmlns:a16="http://schemas.microsoft.com/office/drawing/2014/main" id="{7BE9B31A-ECD5-B74A-63B2-CDDF3AED2694}"/>
              </a:ext>
            </a:extLst>
          </p:cNvPr>
          <p:cNvSpPr txBox="1">
            <a:spLocks/>
          </p:cNvSpPr>
          <p:nvPr/>
        </p:nvSpPr>
        <p:spPr>
          <a:xfrm>
            <a:off x="680883" y="2991127"/>
            <a:ext cx="4235245" cy="10516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t>22.SAME Questions </a:t>
            </a:r>
            <a:endParaRPr lang="en-US" sz="1400" dirty="0"/>
          </a:p>
        </p:txBody>
      </p:sp>
      <p:sp>
        <p:nvSpPr>
          <p:cNvPr id="12" name="Content Placeholder 7">
            <a:extLst>
              <a:ext uri="{FF2B5EF4-FFF2-40B4-BE49-F238E27FC236}">
                <a16:creationId xmlns:a16="http://schemas.microsoft.com/office/drawing/2014/main" id="{C0944462-72EB-EC62-4AB6-9608F14E8F6C}"/>
              </a:ext>
            </a:extLst>
          </p:cNvPr>
          <p:cNvSpPr txBox="1">
            <a:spLocks/>
          </p:cNvSpPr>
          <p:nvPr/>
        </p:nvSpPr>
        <p:spPr>
          <a:xfrm>
            <a:off x="715294" y="1627198"/>
            <a:ext cx="4166419" cy="11535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500" b="1" dirty="0">
                <a:solidFill>
                  <a:schemeClr val="accent2"/>
                </a:solidFill>
              </a:rPr>
              <a:t>SELECT COUNT( CASE WHEN gender = "M" THEN 1 END) AS male_count,COUNT( CASE WHEN gender = "F" THEN 1 END) AS </a:t>
            </a:r>
            <a:r>
              <a:rPr lang="en-US" sz="1500" b="1" dirty="0" err="1">
                <a:solidFill>
                  <a:schemeClr val="accent2"/>
                </a:solidFill>
              </a:rPr>
              <a:t>female_count</a:t>
            </a:r>
            <a:r>
              <a:rPr lang="en-US" sz="1500" b="1" dirty="0">
                <a:solidFill>
                  <a:schemeClr val="accent2"/>
                </a:solidFill>
              </a:rPr>
              <a:t> FROM patients;</a:t>
            </a:r>
          </a:p>
        </p:txBody>
      </p:sp>
    </p:spTree>
    <p:extLst>
      <p:ext uri="{BB962C8B-B14F-4D97-AF65-F5344CB8AC3E}">
        <p14:creationId xmlns:p14="http://schemas.microsoft.com/office/powerpoint/2010/main" val="42429240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F3688-62D3-505A-86DA-A24A0175563C}"/>
              </a:ext>
            </a:extLst>
          </p:cNvPr>
          <p:cNvSpPr>
            <a:spLocks noGrp="1"/>
          </p:cNvSpPr>
          <p:nvPr>
            <p:ph type="title"/>
          </p:nvPr>
        </p:nvSpPr>
        <p:spPr>
          <a:xfrm>
            <a:off x="838200" y="365125"/>
            <a:ext cx="4146755" cy="1149043"/>
          </a:xfrm>
        </p:spPr>
        <p:txBody>
          <a:bodyPr>
            <a:normAutofit/>
          </a:bodyPr>
          <a:lstStyle/>
          <a:p>
            <a:pPr>
              <a:lnSpc>
                <a:spcPct val="120000"/>
              </a:lnSpc>
            </a:pPr>
            <a:r>
              <a:rPr lang="en-US" sz="1500" dirty="0">
                <a:solidFill>
                  <a:schemeClr val="dk1"/>
                </a:solidFill>
                <a:latin typeface="+mn-lt"/>
                <a:ea typeface="+mn-ea"/>
                <a:cs typeface="+mn-cs"/>
              </a:rPr>
              <a:t>23.Show patient_id, diagnosis from admissions. Find patients admitted multiple times for the same diagnosis</a:t>
            </a:r>
          </a:p>
        </p:txBody>
      </p:sp>
      <p:pic>
        <p:nvPicPr>
          <p:cNvPr id="5" name="Picture 4" descr="A screenshot of a computer&#10;&#10;AI-generated content may be incorrect.">
            <a:extLst>
              <a:ext uri="{FF2B5EF4-FFF2-40B4-BE49-F238E27FC236}">
                <a16:creationId xmlns:a16="http://schemas.microsoft.com/office/drawing/2014/main" id="{14DB234B-1143-3177-9A94-F5FD9D76E4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28767" y="776910"/>
            <a:ext cx="2651990" cy="1966130"/>
          </a:xfrm>
          <a:prstGeom prst="rect">
            <a:avLst/>
          </a:prstGeom>
          <a:ln>
            <a:solidFill>
              <a:srgbClr val="00B050"/>
            </a:solidFill>
          </a:ln>
          <a:effectLst>
            <a:glow rad="101600">
              <a:schemeClr val="accent2">
                <a:satMod val="175000"/>
                <a:alpha val="40000"/>
              </a:schemeClr>
            </a:glow>
          </a:effectLst>
        </p:spPr>
      </p:pic>
      <p:sp>
        <p:nvSpPr>
          <p:cNvPr id="3" name="Title 1">
            <a:extLst>
              <a:ext uri="{FF2B5EF4-FFF2-40B4-BE49-F238E27FC236}">
                <a16:creationId xmlns:a16="http://schemas.microsoft.com/office/drawing/2014/main" id="{C9231166-86B7-D1ED-CC76-6CB453F4B281}"/>
              </a:ext>
            </a:extLst>
          </p:cNvPr>
          <p:cNvSpPr txBox="1">
            <a:spLocks/>
          </p:cNvSpPr>
          <p:nvPr/>
        </p:nvSpPr>
        <p:spPr>
          <a:xfrm>
            <a:off x="838200" y="2053815"/>
            <a:ext cx="4146755" cy="114904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000"/>
              </a:spcBef>
            </a:pPr>
            <a:r>
              <a:rPr lang="en-US" sz="1500" b="1" dirty="0">
                <a:solidFill>
                  <a:schemeClr val="accent2"/>
                </a:solidFill>
                <a:latin typeface="+mn-lt"/>
                <a:ea typeface="+mn-ea"/>
                <a:cs typeface="+mn-cs"/>
              </a:rPr>
              <a:t>SELECT patient_id , diagnosis FROM patients GROUP BY patient_id , diagnosis HAVING COUNT(*) &gt;1;</a:t>
            </a:r>
          </a:p>
        </p:txBody>
      </p:sp>
    </p:spTree>
    <p:extLst>
      <p:ext uri="{BB962C8B-B14F-4D97-AF65-F5344CB8AC3E}">
        <p14:creationId xmlns:p14="http://schemas.microsoft.com/office/powerpoint/2010/main" val="35064314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06495-51FE-C492-D968-392C92B1E0A9}"/>
              </a:ext>
            </a:extLst>
          </p:cNvPr>
          <p:cNvSpPr>
            <a:spLocks noGrp="1"/>
          </p:cNvSpPr>
          <p:nvPr>
            <p:ph type="title"/>
          </p:nvPr>
        </p:nvSpPr>
        <p:spPr>
          <a:xfrm>
            <a:off x="838200" y="365125"/>
            <a:ext cx="3193026" cy="1325563"/>
          </a:xfrm>
        </p:spPr>
        <p:txBody>
          <a:bodyPr>
            <a:normAutofit/>
          </a:bodyPr>
          <a:lstStyle/>
          <a:p>
            <a:pPr>
              <a:lnSpc>
                <a:spcPct val="120000"/>
              </a:lnSpc>
            </a:pPr>
            <a:r>
              <a:rPr lang="en-US" sz="1500" dirty="0">
                <a:solidFill>
                  <a:schemeClr val="dk1"/>
                </a:solidFill>
                <a:latin typeface="+mn-lt"/>
                <a:ea typeface="+mn-ea"/>
                <a:cs typeface="+mn-cs"/>
              </a:rPr>
              <a:t>24. Show the city and the total number of patients in the city. Order from most to least patients and then by city name ascending.</a:t>
            </a:r>
          </a:p>
        </p:txBody>
      </p:sp>
      <p:sp>
        <p:nvSpPr>
          <p:cNvPr id="3" name="Content Placeholder 2">
            <a:extLst>
              <a:ext uri="{FF2B5EF4-FFF2-40B4-BE49-F238E27FC236}">
                <a16:creationId xmlns:a16="http://schemas.microsoft.com/office/drawing/2014/main" id="{1DE43957-93D4-6AF5-9786-BC8B121C1BF3}"/>
              </a:ext>
            </a:extLst>
          </p:cNvPr>
          <p:cNvSpPr>
            <a:spLocks noGrp="1"/>
          </p:cNvSpPr>
          <p:nvPr>
            <p:ph idx="1"/>
          </p:nvPr>
        </p:nvSpPr>
        <p:spPr>
          <a:xfrm>
            <a:off x="715296" y="1690688"/>
            <a:ext cx="2947219" cy="1101673"/>
          </a:xfrm>
        </p:spPr>
        <p:txBody>
          <a:bodyPr>
            <a:normAutofit/>
          </a:bodyPr>
          <a:lstStyle/>
          <a:p>
            <a:pPr marL="0" indent="0">
              <a:buNone/>
            </a:pPr>
            <a:r>
              <a:rPr lang="en-US" sz="1500" b="1" dirty="0">
                <a:solidFill>
                  <a:schemeClr val="accent2"/>
                </a:solidFill>
              </a:rPr>
              <a:t>SELECT city, COUNT(*) AS total_patients FROM patients GROUP BY city ORDER BY total_patients </a:t>
            </a:r>
            <a:r>
              <a:rPr lang="en-US" sz="1500" b="1" dirty="0" err="1">
                <a:solidFill>
                  <a:schemeClr val="accent2"/>
                </a:solidFill>
              </a:rPr>
              <a:t>DESC,city</a:t>
            </a:r>
            <a:r>
              <a:rPr lang="en-US" sz="1500" b="1" dirty="0">
                <a:solidFill>
                  <a:schemeClr val="accent2"/>
                </a:solidFill>
              </a:rPr>
              <a:t> ASC;</a:t>
            </a:r>
          </a:p>
        </p:txBody>
      </p:sp>
      <p:pic>
        <p:nvPicPr>
          <p:cNvPr id="7" name="Picture 6" descr="A screenshot of a data&#10;&#10;AI-generated content may be incorrect.">
            <a:extLst>
              <a:ext uri="{FF2B5EF4-FFF2-40B4-BE49-F238E27FC236}">
                <a16:creationId xmlns:a16="http://schemas.microsoft.com/office/drawing/2014/main" id="{C1F6A5AC-EA33-3AD8-BA66-1B1C52260E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8048" y="484448"/>
            <a:ext cx="1836579" cy="2110923"/>
          </a:xfrm>
          <a:prstGeom prst="rect">
            <a:avLst/>
          </a:prstGeom>
          <a:ln>
            <a:solidFill>
              <a:srgbClr val="00B050"/>
            </a:solidFill>
          </a:ln>
          <a:effectLst>
            <a:glow rad="101600">
              <a:schemeClr val="accent2">
                <a:satMod val="175000"/>
                <a:alpha val="40000"/>
              </a:schemeClr>
            </a:glow>
          </a:effectLst>
        </p:spPr>
      </p:pic>
      <p:sp>
        <p:nvSpPr>
          <p:cNvPr id="8" name="Title 1">
            <a:extLst>
              <a:ext uri="{FF2B5EF4-FFF2-40B4-BE49-F238E27FC236}">
                <a16:creationId xmlns:a16="http://schemas.microsoft.com/office/drawing/2014/main" id="{A2E559E5-EE18-B636-1852-7F5519400A25}"/>
              </a:ext>
            </a:extLst>
          </p:cNvPr>
          <p:cNvSpPr txBox="1">
            <a:spLocks/>
          </p:cNvSpPr>
          <p:nvPr/>
        </p:nvSpPr>
        <p:spPr>
          <a:xfrm>
            <a:off x="715296" y="3429000"/>
            <a:ext cx="3193026"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30000"/>
              </a:lnSpc>
            </a:pPr>
            <a:r>
              <a:rPr lang="en-US" sz="1500" dirty="0">
                <a:solidFill>
                  <a:schemeClr val="dk1"/>
                </a:solidFill>
                <a:latin typeface="+mn-lt"/>
                <a:ea typeface="+mn-ea"/>
                <a:cs typeface="+mn-cs"/>
              </a:rPr>
              <a:t>25. Show first name, last name and role of every person that is either patient or doctor. The roles are either "Patient" or "Doctor"</a:t>
            </a:r>
          </a:p>
        </p:txBody>
      </p:sp>
      <p:sp>
        <p:nvSpPr>
          <p:cNvPr id="9" name="Content Placeholder 2">
            <a:extLst>
              <a:ext uri="{FF2B5EF4-FFF2-40B4-BE49-F238E27FC236}">
                <a16:creationId xmlns:a16="http://schemas.microsoft.com/office/drawing/2014/main" id="{3630AA1F-95EE-5C37-4CA3-4093BA8606E3}"/>
              </a:ext>
            </a:extLst>
          </p:cNvPr>
          <p:cNvSpPr txBox="1">
            <a:spLocks/>
          </p:cNvSpPr>
          <p:nvPr/>
        </p:nvSpPr>
        <p:spPr>
          <a:xfrm>
            <a:off x="587476" y="4857905"/>
            <a:ext cx="2947219" cy="1325563"/>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500" b="1" dirty="0">
                <a:solidFill>
                  <a:schemeClr val="accent2"/>
                </a:solidFill>
              </a:rPr>
              <a:t>SELECT first_name, last_name “patients” AS role FROM patients</a:t>
            </a:r>
          </a:p>
          <a:p>
            <a:pPr marL="0" indent="0">
              <a:buFont typeface="Arial" panose="020B0604020202020204" pitchFamily="34" charset="0"/>
              <a:buNone/>
            </a:pPr>
            <a:r>
              <a:rPr lang="en-US" sz="1500" b="1" dirty="0">
                <a:solidFill>
                  <a:schemeClr val="accent2"/>
                </a:solidFill>
              </a:rPr>
              <a:t>UNION ALL</a:t>
            </a:r>
          </a:p>
          <a:p>
            <a:pPr marL="0" indent="0">
              <a:buFont typeface="Arial" panose="020B0604020202020204" pitchFamily="34" charset="0"/>
              <a:buNone/>
            </a:pPr>
            <a:r>
              <a:rPr lang="en-US" sz="1500" b="1" dirty="0">
                <a:solidFill>
                  <a:schemeClr val="accent2"/>
                </a:solidFill>
              </a:rPr>
              <a:t>Select first_name, last_name “doctors” AS role FROM doctors ;</a:t>
            </a:r>
          </a:p>
        </p:txBody>
      </p:sp>
      <p:pic>
        <p:nvPicPr>
          <p:cNvPr id="17" name="Picture 16">
            <a:extLst>
              <a:ext uri="{FF2B5EF4-FFF2-40B4-BE49-F238E27FC236}">
                <a16:creationId xmlns:a16="http://schemas.microsoft.com/office/drawing/2014/main" id="{DC210E9A-373D-3ECC-45DF-05484D09E9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6121" y="3856458"/>
            <a:ext cx="2400300" cy="1996440"/>
          </a:xfrm>
          <a:prstGeom prst="rect">
            <a:avLst/>
          </a:prstGeom>
          <a:ln>
            <a:solidFill>
              <a:srgbClr val="00B050"/>
            </a:solidFill>
          </a:ln>
          <a:effectLst>
            <a:glow rad="101600">
              <a:schemeClr val="accent2">
                <a:satMod val="175000"/>
                <a:alpha val="40000"/>
              </a:schemeClr>
            </a:glow>
          </a:effectLst>
        </p:spPr>
      </p:pic>
    </p:spTree>
    <p:extLst>
      <p:ext uri="{BB962C8B-B14F-4D97-AF65-F5344CB8AC3E}">
        <p14:creationId xmlns:p14="http://schemas.microsoft.com/office/powerpoint/2010/main" val="23387263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31D05-2015-74EA-85BD-F3D8F8FE0E0C}"/>
              </a:ext>
            </a:extLst>
          </p:cNvPr>
          <p:cNvSpPr>
            <a:spLocks noGrp="1"/>
          </p:cNvSpPr>
          <p:nvPr>
            <p:ph type="title"/>
          </p:nvPr>
        </p:nvSpPr>
        <p:spPr>
          <a:xfrm>
            <a:off x="838200" y="365125"/>
            <a:ext cx="3763297" cy="1141133"/>
          </a:xfrm>
        </p:spPr>
        <p:txBody>
          <a:bodyPr>
            <a:normAutofit/>
          </a:bodyPr>
          <a:lstStyle/>
          <a:p>
            <a:pPr>
              <a:lnSpc>
                <a:spcPct val="130000"/>
              </a:lnSpc>
            </a:pPr>
            <a:r>
              <a:rPr lang="en-US" sz="1500" dirty="0">
                <a:solidFill>
                  <a:schemeClr val="dk1"/>
                </a:solidFill>
                <a:latin typeface="+mn-lt"/>
                <a:ea typeface="+mn-ea"/>
                <a:cs typeface="+mn-cs"/>
              </a:rPr>
              <a:t>26. Show all allergies ordered by popularity. Remove NULL values from query.</a:t>
            </a:r>
          </a:p>
        </p:txBody>
      </p:sp>
      <p:sp>
        <p:nvSpPr>
          <p:cNvPr id="3" name="Content Placeholder 2">
            <a:extLst>
              <a:ext uri="{FF2B5EF4-FFF2-40B4-BE49-F238E27FC236}">
                <a16:creationId xmlns:a16="http://schemas.microsoft.com/office/drawing/2014/main" id="{0C05ACFA-C048-EA38-EB80-24E3D795486B}"/>
              </a:ext>
            </a:extLst>
          </p:cNvPr>
          <p:cNvSpPr>
            <a:spLocks noGrp="1"/>
          </p:cNvSpPr>
          <p:nvPr>
            <p:ph idx="1"/>
          </p:nvPr>
        </p:nvSpPr>
        <p:spPr>
          <a:xfrm>
            <a:off x="838200" y="1825625"/>
            <a:ext cx="3763297" cy="1141132"/>
          </a:xfrm>
        </p:spPr>
        <p:txBody>
          <a:bodyPr>
            <a:normAutofit/>
          </a:bodyPr>
          <a:lstStyle/>
          <a:p>
            <a:pPr marL="0" indent="0">
              <a:buNone/>
            </a:pPr>
            <a:r>
              <a:rPr lang="en-US" sz="1500" b="1" dirty="0">
                <a:solidFill>
                  <a:schemeClr val="accent2"/>
                </a:solidFill>
              </a:rPr>
              <a:t>SELECT allergies,Count(*) AS total WHERE allergies IS NOT NULL GROUP BY allergies  Order BY total DESC</a:t>
            </a:r>
            <a:r>
              <a:rPr lang="en-US" sz="1800" dirty="0"/>
              <a:t>; </a:t>
            </a:r>
          </a:p>
        </p:txBody>
      </p:sp>
      <p:pic>
        <p:nvPicPr>
          <p:cNvPr id="5" name="Picture 4" descr="A screenshot of a computer&#10;&#10;AI-generated content may be incorrect.">
            <a:extLst>
              <a:ext uri="{FF2B5EF4-FFF2-40B4-BE49-F238E27FC236}">
                <a16:creationId xmlns:a16="http://schemas.microsoft.com/office/drawing/2014/main" id="{70780DF8-AFE2-1F89-4FF8-67204D4D5C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8706" y="491793"/>
            <a:ext cx="1577477" cy="1996613"/>
          </a:xfrm>
          <a:prstGeom prst="rect">
            <a:avLst/>
          </a:prstGeom>
          <a:ln>
            <a:solidFill>
              <a:srgbClr val="00B050"/>
            </a:solidFill>
          </a:ln>
          <a:effectLst>
            <a:glow rad="101600">
              <a:schemeClr val="accent2">
                <a:satMod val="175000"/>
                <a:alpha val="40000"/>
              </a:schemeClr>
            </a:glow>
          </a:effectLst>
        </p:spPr>
      </p:pic>
      <p:sp>
        <p:nvSpPr>
          <p:cNvPr id="6" name="Title 1">
            <a:extLst>
              <a:ext uri="{FF2B5EF4-FFF2-40B4-BE49-F238E27FC236}">
                <a16:creationId xmlns:a16="http://schemas.microsoft.com/office/drawing/2014/main" id="{F2ABB783-89DE-1CE8-C601-1EDAA53942E7}"/>
              </a:ext>
            </a:extLst>
          </p:cNvPr>
          <p:cNvSpPr txBox="1">
            <a:spLocks/>
          </p:cNvSpPr>
          <p:nvPr/>
        </p:nvSpPr>
        <p:spPr>
          <a:xfrm>
            <a:off x="838200" y="3101694"/>
            <a:ext cx="376329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500" dirty="0">
                <a:solidFill>
                  <a:schemeClr val="dk1"/>
                </a:solidFill>
                <a:latin typeface="+mn-lt"/>
                <a:ea typeface="+mn-ea"/>
                <a:cs typeface="+mn-cs"/>
              </a:rPr>
              <a:t>27. Show all patient's first_name, last_name, and birth_date who were born in the 1970s decade. __Sort the list starting from the earliest birth_date</a:t>
            </a:r>
          </a:p>
        </p:txBody>
      </p:sp>
      <p:sp>
        <p:nvSpPr>
          <p:cNvPr id="7" name="Content Placeholder 2">
            <a:extLst>
              <a:ext uri="{FF2B5EF4-FFF2-40B4-BE49-F238E27FC236}">
                <a16:creationId xmlns:a16="http://schemas.microsoft.com/office/drawing/2014/main" id="{F7C8ED6F-A17C-94C1-1E24-76206FCE841B}"/>
              </a:ext>
            </a:extLst>
          </p:cNvPr>
          <p:cNvSpPr txBox="1">
            <a:spLocks/>
          </p:cNvSpPr>
          <p:nvPr/>
        </p:nvSpPr>
        <p:spPr>
          <a:xfrm>
            <a:off x="749708" y="4562194"/>
            <a:ext cx="3763297"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500" b="1" dirty="0">
                <a:solidFill>
                  <a:schemeClr val="accent2"/>
                </a:solidFill>
              </a:rPr>
              <a:t>SELECT first_name ,last_name , birth_date FROM patients WHERE birh_date &gt;= “1970-01-01” AND birth_date &lt; “1980-01-01” ORDER BY birth_date ASC;</a:t>
            </a:r>
          </a:p>
        </p:txBody>
      </p:sp>
      <p:pic>
        <p:nvPicPr>
          <p:cNvPr id="11" name="Picture 10">
            <a:extLst>
              <a:ext uri="{FF2B5EF4-FFF2-40B4-BE49-F238E27FC236}">
                <a16:creationId xmlns:a16="http://schemas.microsoft.com/office/drawing/2014/main" id="{D1045222-C856-EFFC-BC6F-11851305B5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8706" y="3384371"/>
            <a:ext cx="2301439" cy="1958510"/>
          </a:xfrm>
          <a:prstGeom prst="rect">
            <a:avLst/>
          </a:prstGeom>
          <a:ln>
            <a:solidFill>
              <a:srgbClr val="00B050"/>
            </a:solidFill>
          </a:ln>
          <a:effectLst>
            <a:glow rad="101600">
              <a:schemeClr val="accent2">
                <a:satMod val="175000"/>
                <a:alpha val="40000"/>
              </a:schemeClr>
            </a:glow>
          </a:effectLst>
        </p:spPr>
      </p:pic>
    </p:spTree>
    <p:extLst>
      <p:ext uri="{BB962C8B-B14F-4D97-AF65-F5344CB8AC3E}">
        <p14:creationId xmlns:p14="http://schemas.microsoft.com/office/powerpoint/2010/main" val="13805654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8392-93CE-3B1C-2C3A-076CA5291DDF}"/>
              </a:ext>
            </a:extLst>
          </p:cNvPr>
          <p:cNvSpPr>
            <a:spLocks noGrp="1"/>
          </p:cNvSpPr>
          <p:nvPr>
            <p:ph type="title"/>
          </p:nvPr>
        </p:nvSpPr>
        <p:spPr>
          <a:xfrm>
            <a:off x="838200" y="365125"/>
            <a:ext cx="4215582" cy="1896294"/>
          </a:xfrm>
        </p:spPr>
        <p:txBody>
          <a:bodyPr>
            <a:normAutofit/>
          </a:bodyPr>
          <a:lstStyle/>
          <a:p>
            <a:r>
              <a:rPr lang="en-US" sz="1500" dirty="0">
                <a:solidFill>
                  <a:schemeClr val="dk1"/>
                </a:solidFill>
                <a:latin typeface="+mn-lt"/>
                <a:ea typeface="+mn-ea"/>
                <a:cs typeface="+mn-cs"/>
              </a:rPr>
              <a:t>28. We want to display each patient's full name in a single column. Their last_name in all upper letters must appear first, then first_name in all lower case letters. Separate the last_name and first_name with a comma. Order the list by the first_name in </a:t>
            </a:r>
            <a:r>
              <a:rPr lang="en-US" sz="1500" dirty="0" err="1">
                <a:solidFill>
                  <a:schemeClr val="dk1"/>
                </a:solidFill>
                <a:latin typeface="+mn-lt"/>
                <a:ea typeface="+mn-ea"/>
                <a:cs typeface="+mn-cs"/>
              </a:rPr>
              <a:t>decending</a:t>
            </a:r>
            <a:r>
              <a:rPr lang="en-US" sz="1500" dirty="0">
                <a:solidFill>
                  <a:schemeClr val="dk1"/>
                </a:solidFill>
                <a:latin typeface="+mn-lt"/>
                <a:ea typeface="+mn-ea"/>
                <a:cs typeface="+mn-cs"/>
              </a:rPr>
              <a:t> order EX: </a:t>
            </a:r>
            <a:r>
              <a:rPr lang="en-US" sz="1500" dirty="0" err="1">
                <a:solidFill>
                  <a:schemeClr val="dk1"/>
                </a:solidFill>
                <a:latin typeface="+mn-lt"/>
                <a:ea typeface="+mn-ea"/>
                <a:cs typeface="+mn-cs"/>
              </a:rPr>
              <a:t>SMITH,jane</a:t>
            </a:r>
            <a:r>
              <a:rPr lang="en-US" sz="1500" dirty="0">
                <a:solidFill>
                  <a:schemeClr val="dk1"/>
                </a:solidFill>
                <a:latin typeface="+mn-lt"/>
                <a:ea typeface="+mn-ea"/>
                <a:cs typeface="+mn-cs"/>
              </a:rPr>
              <a:t>-</a:t>
            </a:r>
          </a:p>
        </p:txBody>
      </p:sp>
      <p:sp>
        <p:nvSpPr>
          <p:cNvPr id="3" name="Content Placeholder 2">
            <a:extLst>
              <a:ext uri="{FF2B5EF4-FFF2-40B4-BE49-F238E27FC236}">
                <a16:creationId xmlns:a16="http://schemas.microsoft.com/office/drawing/2014/main" id="{7F805F17-AF6D-E991-2C00-B3027223D70A}"/>
              </a:ext>
            </a:extLst>
          </p:cNvPr>
          <p:cNvSpPr>
            <a:spLocks noGrp="1"/>
          </p:cNvSpPr>
          <p:nvPr>
            <p:ph idx="1"/>
          </p:nvPr>
        </p:nvSpPr>
        <p:spPr>
          <a:xfrm>
            <a:off x="975852" y="2475271"/>
            <a:ext cx="3311013" cy="1173164"/>
          </a:xfrm>
        </p:spPr>
        <p:txBody>
          <a:bodyPr>
            <a:noAutofit/>
          </a:bodyPr>
          <a:lstStyle/>
          <a:p>
            <a:pPr marL="0" indent="0">
              <a:buNone/>
            </a:pPr>
            <a:r>
              <a:rPr lang="en-US" sz="1500" b="1" dirty="0">
                <a:solidFill>
                  <a:schemeClr val="accent2"/>
                </a:solidFill>
              </a:rPr>
              <a:t>SELECT CONCAT(UPPER(last_name) “,” lower(first_name)) AS full_name FROM patients ORDER BY full_name DESC;</a:t>
            </a:r>
          </a:p>
        </p:txBody>
      </p:sp>
      <p:pic>
        <p:nvPicPr>
          <p:cNvPr id="5" name="Picture 4">
            <a:extLst>
              <a:ext uri="{FF2B5EF4-FFF2-40B4-BE49-F238E27FC236}">
                <a16:creationId xmlns:a16="http://schemas.microsoft.com/office/drawing/2014/main" id="{270465C3-DC65-3232-706C-EF3D279E58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1503" y="828035"/>
            <a:ext cx="1280271" cy="1996613"/>
          </a:xfrm>
          <a:prstGeom prst="rect">
            <a:avLst/>
          </a:prstGeom>
          <a:ln>
            <a:solidFill>
              <a:srgbClr val="00B050"/>
            </a:solidFill>
          </a:ln>
          <a:effectLst>
            <a:glow rad="101600">
              <a:schemeClr val="accent2">
                <a:satMod val="175000"/>
                <a:alpha val="40000"/>
              </a:schemeClr>
            </a:glow>
          </a:effectLst>
        </p:spPr>
      </p:pic>
      <p:sp>
        <p:nvSpPr>
          <p:cNvPr id="6" name="Title 1">
            <a:extLst>
              <a:ext uri="{FF2B5EF4-FFF2-40B4-BE49-F238E27FC236}">
                <a16:creationId xmlns:a16="http://schemas.microsoft.com/office/drawing/2014/main" id="{E9910762-A8A5-479A-0A2F-5D5772622152}"/>
              </a:ext>
            </a:extLst>
          </p:cNvPr>
          <p:cNvSpPr txBox="1">
            <a:spLocks/>
          </p:cNvSpPr>
          <p:nvPr/>
        </p:nvSpPr>
        <p:spPr>
          <a:xfrm>
            <a:off x="710381" y="3648435"/>
            <a:ext cx="4215582" cy="18962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000" dirty="0"/>
          </a:p>
        </p:txBody>
      </p:sp>
      <p:sp>
        <p:nvSpPr>
          <p:cNvPr id="7" name="Content Placeholder 2">
            <a:extLst>
              <a:ext uri="{FF2B5EF4-FFF2-40B4-BE49-F238E27FC236}">
                <a16:creationId xmlns:a16="http://schemas.microsoft.com/office/drawing/2014/main" id="{81E559C3-9F6F-6E08-361F-0D8E98B36762}"/>
              </a:ext>
            </a:extLst>
          </p:cNvPr>
          <p:cNvSpPr txBox="1">
            <a:spLocks/>
          </p:cNvSpPr>
          <p:nvPr/>
        </p:nvSpPr>
        <p:spPr>
          <a:xfrm>
            <a:off x="710379" y="4255357"/>
            <a:ext cx="3311013" cy="86769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500" dirty="0">
                <a:solidFill>
                  <a:schemeClr val="dk1"/>
                </a:solidFill>
              </a:rPr>
              <a:t>29. Show the province_id(s), sum of height; where the total sum of its patient's height is greater than or equal to 7,000.;</a:t>
            </a:r>
          </a:p>
        </p:txBody>
      </p:sp>
      <p:sp>
        <p:nvSpPr>
          <p:cNvPr id="4" name="Content Placeholder 2">
            <a:extLst>
              <a:ext uri="{FF2B5EF4-FFF2-40B4-BE49-F238E27FC236}">
                <a16:creationId xmlns:a16="http://schemas.microsoft.com/office/drawing/2014/main" id="{EBAD58F8-4FC7-633C-6158-AF5A82665BC6}"/>
              </a:ext>
            </a:extLst>
          </p:cNvPr>
          <p:cNvSpPr txBox="1">
            <a:spLocks/>
          </p:cNvSpPr>
          <p:nvPr/>
        </p:nvSpPr>
        <p:spPr>
          <a:xfrm>
            <a:off x="710380" y="5275787"/>
            <a:ext cx="3311013" cy="13216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500" b="1" dirty="0">
                <a:solidFill>
                  <a:schemeClr val="accent2"/>
                </a:solidFill>
              </a:rPr>
              <a:t>SELECT province_id , SUM(height) AS total_height GROUP BY province_id HAVING SUM(height) &gt;= 7000;</a:t>
            </a:r>
          </a:p>
        </p:txBody>
      </p:sp>
      <p:pic>
        <p:nvPicPr>
          <p:cNvPr id="9" name="Picture 8" descr="A screenshot of a computer&#10;&#10;AI-generated content may be incorrect.">
            <a:extLst>
              <a:ext uri="{FF2B5EF4-FFF2-40B4-BE49-F238E27FC236}">
                <a16:creationId xmlns:a16="http://schemas.microsoft.com/office/drawing/2014/main" id="{B41DCD34-EF26-C125-AB61-7A9A25DFB9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75184" y="4887134"/>
            <a:ext cx="1790855" cy="777307"/>
          </a:xfrm>
          <a:prstGeom prst="rect">
            <a:avLst/>
          </a:prstGeom>
          <a:ln>
            <a:solidFill>
              <a:srgbClr val="00B050"/>
            </a:solidFill>
          </a:ln>
          <a:effectLst>
            <a:glow rad="101600">
              <a:schemeClr val="accent2">
                <a:satMod val="175000"/>
                <a:alpha val="40000"/>
              </a:schemeClr>
            </a:glow>
          </a:effectLst>
        </p:spPr>
      </p:pic>
    </p:spTree>
    <p:extLst>
      <p:ext uri="{BB962C8B-B14F-4D97-AF65-F5344CB8AC3E}">
        <p14:creationId xmlns:p14="http://schemas.microsoft.com/office/powerpoint/2010/main" val="2705026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5F4F0-DAF5-4B0B-A286-E58769DF3569}"/>
              </a:ext>
            </a:extLst>
          </p:cNvPr>
          <p:cNvSpPr>
            <a:spLocks noGrp="1"/>
          </p:cNvSpPr>
          <p:nvPr>
            <p:ph type="title"/>
          </p:nvPr>
        </p:nvSpPr>
        <p:spPr>
          <a:xfrm>
            <a:off x="838200" y="365125"/>
            <a:ext cx="3193026" cy="1325563"/>
          </a:xfrm>
        </p:spPr>
        <p:txBody>
          <a:bodyPr>
            <a:normAutofit/>
          </a:bodyPr>
          <a:lstStyle/>
          <a:p>
            <a:pPr>
              <a:lnSpc>
                <a:spcPct val="120000"/>
              </a:lnSpc>
            </a:pPr>
            <a:r>
              <a:rPr lang="en-US" sz="1700" dirty="0">
                <a:solidFill>
                  <a:schemeClr val="dk1"/>
                </a:solidFill>
                <a:latin typeface="+mn-lt"/>
                <a:ea typeface="+mn-ea"/>
                <a:cs typeface="+mn-cs"/>
              </a:rPr>
              <a:t>30. Show the difference between the largest weight and smallest weight for patients with the last name 'Maroni'</a:t>
            </a:r>
          </a:p>
        </p:txBody>
      </p:sp>
      <p:sp>
        <p:nvSpPr>
          <p:cNvPr id="3" name="Content Placeholder 2">
            <a:extLst>
              <a:ext uri="{FF2B5EF4-FFF2-40B4-BE49-F238E27FC236}">
                <a16:creationId xmlns:a16="http://schemas.microsoft.com/office/drawing/2014/main" id="{3EC3CFA6-2B39-AAE7-55FB-8EBEF7BB6217}"/>
              </a:ext>
            </a:extLst>
          </p:cNvPr>
          <p:cNvSpPr>
            <a:spLocks noGrp="1"/>
          </p:cNvSpPr>
          <p:nvPr>
            <p:ph idx="1"/>
          </p:nvPr>
        </p:nvSpPr>
        <p:spPr>
          <a:xfrm>
            <a:off x="838200" y="1825625"/>
            <a:ext cx="3281516" cy="1015898"/>
          </a:xfrm>
        </p:spPr>
        <p:txBody>
          <a:bodyPr>
            <a:noAutofit/>
          </a:bodyPr>
          <a:lstStyle/>
          <a:p>
            <a:pPr marL="0" indent="0">
              <a:buNone/>
            </a:pPr>
            <a:r>
              <a:rPr lang="en-US" sz="1500" b="1" dirty="0">
                <a:solidFill>
                  <a:schemeClr val="accent2"/>
                </a:solidFill>
              </a:rPr>
              <a:t>SELECT MAX(weight) – MIN(weight) AS weight_difference FROM patients WHERE last-name = “Maroni”;</a:t>
            </a:r>
          </a:p>
        </p:txBody>
      </p:sp>
      <p:pic>
        <p:nvPicPr>
          <p:cNvPr id="5" name="Picture 4" descr="A screenshot of a computer&#10;&#10;AI-generated content may be incorrect.">
            <a:extLst>
              <a:ext uri="{FF2B5EF4-FFF2-40B4-BE49-F238E27FC236}">
                <a16:creationId xmlns:a16="http://schemas.microsoft.com/office/drawing/2014/main" id="{9F4C9384-3545-DD57-FE1B-0E2636302B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7430" y="749752"/>
            <a:ext cx="1425063" cy="556308"/>
          </a:xfrm>
          <a:prstGeom prst="rect">
            <a:avLst/>
          </a:prstGeom>
          <a:ln>
            <a:solidFill>
              <a:srgbClr val="00B050"/>
            </a:solidFill>
          </a:ln>
          <a:effectLst>
            <a:glow rad="101600">
              <a:schemeClr val="accent2">
                <a:satMod val="175000"/>
                <a:alpha val="40000"/>
              </a:schemeClr>
            </a:glow>
          </a:effectLst>
        </p:spPr>
      </p:pic>
      <p:sp>
        <p:nvSpPr>
          <p:cNvPr id="6" name="Title 1">
            <a:extLst>
              <a:ext uri="{FF2B5EF4-FFF2-40B4-BE49-F238E27FC236}">
                <a16:creationId xmlns:a16="http://schemas.microsoft.com/office/drawing/2014/main" id="{B1313E1B-A162-0870-A2C8-3108423BA494}"/>
              </a:ext>
            </a:extLst>
          </p:cNvPr>
          <p:cNvSpPr txBox="1">
            <a:spLocks/>
          </p:cNvSpPr>
          <p:nvPr/>
        </p:nvSpPr>
        <p:spPr>
          <a:xfrm>
            <a:off x="592394" y="3189004"/>
            <a:ext cx="3193026" cy="1325563"/>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700" dirty="0">
                <a:solidFill>
                  <a:schemeClr val="dk1"/>
                </a:solidFill>
                <a:latin typeface="+mn-lt"/>
                <a:ea typeface="+mn-ea"/>
                <a:cs typeface="+mn-cs"/>
              </a:rPr>
              <a:t>31. Show all of the days of the month (1-31) and how many admission_dates occurred on that day. Sort by the day with most admissions to least admissions'</a:t>
            </a:r>
          </a:p>
        </p:txBody>
      </p:sp>
      <p:sp>
        <p:nvSpPr>
          <p:cNvPr id="7" name="Content Placeholder 2">
            <a:extLst>
              <a:ext uri="{FF2B5EF4-FFF2-40B4-BE49-F238E27FC236}">
                <a16:creationId xmlns:a16="http://schemas.microsoft.com/office/drawing/2014/main" id="{5CFE0B30-7A6A-A7E1-7231-8E990C92A84A}"/>
              </a:ext>
            </a:extLst>
          </p:cNvPr>
          <p:cNvSpPr txBox="1">
            <a:spLocks/>
          </p:cNvSpPr>
          <p:nvPr/>
        </p:nvSpPr>
        <p:spPr>
          <a:xfrm>
            <a:off x="346587" y="4944293"/>
            <a:ext cx="3281516" cy="81925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1400" dirty="0"/>
          </a:p>
        </p:txBody>
      </p:sp>
      <p:sp>
        <p:nvSpPr>
          <p:cNvPr id="10" name="TextBox 9">
            <a:extLst>
              <a:ext uri="{FF2B5EF4-FFF2-40B4-BE49-F238E27FC236}">
                <a16:creationId xmlns:a16="http://schemas.microsoft.com/office/drawing/2014/main" id="{5989873E-A93B-CE60-57E7-84BFC7876110}"/>
              </a:ext>
            </a:extLst>
          </p:cNvPr>
          <p:cNvSpPr txBox="1"/>
          <p:nvPr/>
        </p:nvSpPr>
        <p:spPr>
          <a:xfrm>
            <a:off x="503903" y="4675716"/>
            <a:ext cx="3281517" cy="1132426"/>
          </a:xfrm>
          <a:prstGeom prst="rect">
            <a:avLst/>
          </a:prstGeom>
          <a:noFill/>
        </p:spPr>
        <p:txBody>
          <a:bodyPr wrap="square">
            <a:spAutoFit/>
          </a:bodyPr>
          <a:lstStyle/>
          <a:p>
            <a:pPr>
              <a:lnSpc>
                <a:spcPct val="90000"/>
              </a:lnSpc>
              <a:spcBef>
                <a:spcPts val="1000"/>
              </a:spcBef>
            </a:pPr>
            <a:r>
              <a:rPr lang="en-US" sz="1500" b="1" dirty="0">
                <a:solidFill>
                  <a:schemeClr val="accent2"/>
                </a:solidFill>
              </a:rPr>
              <a:t>SELECT DAY(admission_date) AS day_of_month, COUNT(*) AS total_admissions FROM admissions GROUP BY </a:t>
            </a:r>
            <a:r>
              <a:rPr lang="en-US" sz="1500" b="1" dirty="0" err="1">
                <a:solidFill>
                  <a:schemeClr val="accent2"/>
                </a:solidFill>
              </a:rPr>
              <a:t>day_of_month</a:t>
            </a:r>
            <a:r>
              <a:rPr lang="en-US" sz="1500" b="1" dirty="0">
                <a:solidFill>
                  <a:schemeClr val="accent2"/>
                </a:solidFill>
              </a:rPr>
              <a:t> ORDER BY total_admissions DESC;</a:t>
            </a:r>
          </a:p>
        </p:txBody>
      </p:sp>
      <p:pic>
        <p:nvPicPr>
          <p:cNvPr id="14" name="Picture 13" descr="A screenshot of a computer&#10;&#10;AI-generated content may be incorrect.">
            <a:extLst>
              <a:ext uri="{FF2B5EF4-FFF2-40B4-BE49-F238E27FC236}">
                <a16:creationId xmlns:a16="http://schemas.microsoft.com/office/drawing/2014/main" id="{F07D6112-BB90-5523-9235-450004AADB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1145" y="3665978"/>
            <a:ext cx="2263336" cy="2019475"/>
          </a:xfrm>
          <a:prstGeom prst="rect">
            <a:avLst/>
          </a:prstGeom>
          <a:ln>
            <a:solidFill>
              <a:srgbClr val="00B050"/>
            </a:solidFill>
          </a:ln>
          <a:effectLst>
            <a:glow rad="101600">
              <a:schemeClr val="accent2">
                <a:satMod val="175000"/>
                <a:alpha val="40000"/>
              </a:schemeClr>
            </a:glow>
          </a:effectLst>
        </p:spPr>
      </p:pic>
    </p:spTree>
    <p:extLst>
      <p:ext uri="{BB962C8B-B14F-4D97-AF65-F5344CB8AC3E}">
        <p14:creationId xmlns:p14="http://schemas.microsoft.com/office/powerpoint/2010/main" val="1307047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2A938-6009-91A6-5F05-B35D8C7D124B}"/>
              </a:ext>
            </a:extLst>
          </p:cNvPr>
          <p:cNvSpPr>
            <a:spLocks noGrp="1"/>
          </p:cNvSpPr>
          <p:nvPr>
            <p:ph type="title"/>
          </p:nvPr>
        </p:nvSpPr>
        <p:spPr>
          <a:xfrm>
            <a:off x="838199" y="365124"/>
            <a:ext cx="3704303" cy="1546839"/>
          </a:xfrm>
        </p:spPr>
        <p:txBody>
          <a:bodyPr>
            <a:normAutofit fontScale="90000"/>
          </a:bodyPr>
          <a:lstStyle/>
          <a:p>
            <a:r>
              <a:rPr lang="en-US" sz="1600" dirty="0">
                <a:solidFill>
                  <a:schemeClr val="dk1"/>
                </a:solidFill>
                <a:latin typeface="+mn-lt"/>
                <a:ea typeface="+mn-ea"/>
                <a:cs typeface="+mn-cs"/>
              </a:rPr>
              <a:t>32. Show all of the patients grouped into weight groups. Show the total amount of patients in each weight group. Order the list by the weight group </a:t>
            </a:r>
            <a:r>
              <a:rPr lang="en-US" sz="1600" dirty="0" err="1">
                <a:solidFill>
                  <a:schemeClr val="dk1"/>
                </a:solidFill>
                <a:latin typeface="+mn-lt"/>
                <a:ea typeface="+mn-ea"/>
                <a:cs typeface="+mn-cs"/>
              </a:rPr>
              <a:t>decending</a:t>
            </a:r>
            <a:r>
              <a:rPr lang="en-US" sz="1600" dirty="0">
                <a:solidFill>
                  <a:schemeClr val="dk1"/>
                </a:solidFill>
                <a:latin typeface="+mn-lt"/>
                <a:ea typeface="+mn-ea"/>
                <a:cs typeface="+mn-cs"/>
              </a:rPr>
              <a:t>. e.g. if they weight 100 to 109 they are placed in the 100#__ weight group, 110-119 = 110 weight group, etc.</a:t>
            </a:r>
          </a:p>
        </p:txBody>
      </p:sp>
      <p:sp>
        <p:nvSpPr>
          <p:cNvPr id="3" name="Content Placeholder 2">
            <a:extLst>
              <a:ext uri="{FF2B5EF4-FFF2-40B4-BE49-F238E27FC236}">
                <a16:creationId xmlns:a16="http://schemas.microsoft.com/office/drawing/2014/main" id="{87C8EA2D-222D-5F55-06FB-2085FCC074D1}"/>
              </a:ext>
            </a:extLst>
          </p:cNvPr>
          <p:cNvSpPr>
            <a:spLocks noGrp="1"/>
          </p:cNvSpPr>
          <p:nvPr>
            <p:ph idx="1"/>
          </p:nvPr>
        </p:nvSpPr>
        <p:spPr>
          <a:xfrm>
            <a:off x="838200" y="2307406"/>
            <a:ext cx="3487994" cy="1546840"/>
          </a:xfrm>
        </p:spPr>
        <p:txBody>
          <a:bodyPr>
            <a:normAutofit fontScale="92500" lnSpcReduction="10000"/>
          </a:bodyPr>
          <a:lstStyle/>
          <a:p>
            <a:pPr marL="0" indent="0">
              <a:buNone/>
            </a:pPr>
            <a:r>
              <a:rPr lang="en-US" sz="1500" b="1" dirty="0">
                <a:solidFill>
                  <a:schemeClr val="accent2"/>
                </a:solidFill>
              </a:rPr>
              <a:t>SELECT FLOOR(weight / 10) * 10 AS weight_group, COUNT(*) AS total_patients</a:t>
            </a:r>
          </a:p>
          <a:p>
            <a:pPr marL="0" indent="0">
              <a:buNone/>
            </a:pPr>
            <a:r>
              <a:rPr lang="en-US" sz="1500" b="1" dirty="0">
                <a:solidFill>
                  <a:schemeClr val="accent2"/>
                </a:solidFill>
              </a:rPr>
              <a:t>FROM patients</a:t>
            </a:r>
          </a:p>
          <a:p>
            <a:pPr marL="0" indent="0">
              <a:buNone/>
            </a:pPr>
            <a:r>
              <a:rPr lang="en-US" sz="1500" b="1" dirty="0">
                <a:solidFill>
                  <a:schemeClr val="accent2"/>
                </a:solidFill>
              </a:rPr>
              <a:t>GROUP BY weight_group</a:t>
            </a:r>
          </a:p>
          <a:p>
            <a:pPr marL="0" indent="0">
              <a:buNone/>
            </a:pPr>
            <a:r>
              <a:rPr lang="en-US" sz="1500" b="1" dirty="0">
                <a:solidFill>
                  <a:schemeClr val="accent2"/>
                </a:solidFill>
              </a:rPr>
              <a:t>ORDER BY weight_group DESC;</a:t>
            </a:r>
          </a:p>
        </p:txBody>
      </p:sp>
      <p:pic>
        <p:nvPicPr>
          <p:cNvPr id="5" name="Picture 4" descr="A screenshot of a data&#10;&#10;AI-generated content may be incorrect.">
            <a:extLst>
              <a:ext uri="{FF2B5EF4-FFF2-40B4-BE49-F238E27FC236}">
                <a16:creationId xmlns:a16="http://schemas.microsoft.com/office/drawing/2014/main" id="{FEFFFA3E-F040-B261-717E-B3470D60F1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90300" y="611725"/>
            <a:ext cx="2072820" cy="1996613"/>
          </a:xfrm>
          <a:prstGeom prst="rect">
            <a:avLst/>
          </a:prstGeom>
          <a:ln>
            <a:solidFill>
              <a:srgbClr val="00B050"/>
            </a:solidFill>
          </a:ln>
          <a:effectLst>
            <a:glow rad="101600">
              <a:schemeClr val="accent2">
                <a:satMod val="175000"/>
                <a:alpha val="40000"/>
              </a:schemeClr>
            </a:glow>
          </a:effectLst>
        </p:spPr>
      </p:pic>
    </p:spTree>
    <p:extLst>
      <p:ext uri="{BB962C8B-B14F-4D97-AF65-F5344CB8AC3E}">
        <p14:creationId xmlns:p14="http://schemas.microsoft.com/office/powerpoint/2010/main" val="14971260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BD3CD-D232-BBE4-B60F-D3F1C83E5036}"/>
              </a:ext>
            </a:extLst>
          </p:cNvPr>
          <p:cNvSpPr>
            <a:spLocks noGrp="1"/>
          </p:cNvSpPr>
          <p:nvPr>
            <p:ph type="title"/>
          </p:nvPr>
        </p:nvSpPr>
        <p:spPr>
          <a:xfrm>
            <a:off x="621891" y="255640"/>
            <a:ext cx="3360174" cy="1651820"/>
          </a:xfrm>
        </p:spPr>
        <p:txBody>
          <a:bodyPr>
            <a:normAutofit/>
          </a:bodyPr>
          <a:lstStyle/>
          <a:p>
            <a:r>
              <a:rPr lang="en-US" sz="1600" dirty="0">
                <a:solidFill>
                  <a:schemeClr val="dk1"/>
                </a:solidFill>
                <a:latin typeface="+mn-lt"/>
                <a:ea typeface="+mn-ea"/>
                <a:cs typeface="+mn-cs"/>
              </a:rPr>
              <a:t> 33.Show patient_id, weight, height, isObese from the patients table. Display isObese as a boolean 0 or 1. Obese is defined as weight(kg)/(height(m). #--Weight is in units kg. Height is in units cm.</a:t>
            </a:r>
            <a:br>
              <a:rPr lang="en-US" sz="1100" dirty="0"/>
            </a:br>
            <a:endParaRPr lang="en-US" sz="1400" dirty="0"/>
          </a:p>
        </p:txBody>
      </p:sp>
      <p:sp>
        <p:nvSpPr>
          <p:cNvPr id="3" name="Content Placeholder 2">
            <a:extLst>
              <a:ext uri="{FF2B5EF4-FFF2-40B4-BE49-F238E27FC236}">
                <a16:creationId xmlns:a16="http://schemas.microsoft.com/office/drawing/2014/main" id="{D50C01FE-D71E-DB00-B27B-8213731AA72B}"/>
              </a:ext>
            </a:extLst>
          </p:cNvPr>
          <p:cNvSpPr>
            <a:spLocks noGrp="1"/>
          </p:cNvSpPr>
          <p:nvPr>
            <p:ph idx="1"/>
          </p:nvPr>
        </p:nvSpPr>
        <p:spPr>
          <a:xfrm>
            <a:off x="621891" y="1877962"/>
            <a:ext cx="2868561" cy="1241644"/>
          </a:xfrm>
        </p:spPr>
        <p:txBody>
          <a:bodyPr>
            <a:normAutofit/>
          </a:bodyPr>
          <a:lstStyle/>
          <a:p>
            <a:pPr marL="0" indent="0">
              <a:lnSpc>
                <a:spcPct val="80000"/>
              </a:lnSpc>
              <a:buNone/>
            </a:pPr>
            <a:r>
              <a:rPr lang="en-US" sz="1400" b="1" dirty="0">
                <a:solidFill>
                  <a:schemeClr val="accent2"/>
                </a:solidFill>
              </a:rPr>
              <a:t> SELECT patient_id,  weight,  height,  CASE     WHEN weight / POWER(height / 100, 2) &gt;= 30 THEN 1    ELSE 0  END AS isObese FROM patients;</a:t>
            </a:r>
          </a:p>
        </p:txBody>
      </p:sp>
      <p:pic>
        <p:nvPicPr>
          <p:cNvPr id="5" name="Picture 4" descr="A screenshot of a data&#10;&#10;AI-generated content may be incorrect.">
            <a:extLst>
              <a:ext uri="{FF2B5EF4-FFF2-40B4-BE49-F238E27FC236}">
                <a16:creationId xmlns:a16="http://schemas.microsoft.com/office/drawing/2014/main" id="{C04E8BC2-8D2D-A6CD-D383-BF830BB750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4293" y="648931"/>
            <a:ext cx="2476715" cy="1966130"/>
          </a:xfrm>
          <a:prstGeom prst="rect">
            <a:avLst/>
          </a:prstGeom>
          <a:ln>
            <a:solidFill>
              <a:srgbClr val="00B050"/>
            </a:solidFill>
          </a:ln>
          <a:effectLst>
            <a:glow rad="101600">
              <a:schemeClr val="accent2">
                <a:satMod val="175000"/>
                <a:alpha val="40000"/>
              </a:schemeClr>
            </a:glow>
          </a:effectLst>
        </p:spPr>
      </p:pic>
      <p:sp>
        <p:nvSpPr>
          <p:cNvPr id="6" name="Title 1">
            <a:extLst>
              <a:ext uri="{FF2B5EF4-FFF2-40B4-BE49-F238E27FC236}">
                <a16:creationId xmlns:a16="http://schemas.microsoft.com/office/drawing/2014/main" id="{C4949EF3-B1A3-C08B-5C7C-578C6E8A9CDB}"/>
              </a:ext>
            </a:extLst>
          </p:cNvPr>
          <p:cNvSpPr txBox="1">
            <a:spLocks/>
          </p:cNvSpPr>
          <p:nvPr/>
        </p:nvSpPr>
        <p:spPr>
          <a:xfrm>
            <a:off x="554801" y="2998839"/>
            <a:ext cx="3899211" cy="1811917"/>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solidFill>
                  <a:schemeClr val="dk1"/>
                </a:solidFill>
                <a:latin typeface="+mn-lt"/>
                <a:ea typeface="+mn-ea"/>
                <a:cs typeface="+mn-cs"/>
              </a:rPr>
              <a:t>34. Show patient_id, first_name, last_name, and attending doctor's specialty. Show only the patients who has a diagnosis as 'Epilepsy' and the doctor's first name is 'Lisa'.#-- Check patients, admissions, and doctors tables for required information.</a:t>
            </a:r>
            <a:br>
              <a:rPr lang="en-US" sz="1100" dirty="0"/>
            </a:br>
            <a:endParaRPr lang="en-US" sz="1400" dirty="0"/>
          </a:p>
        </p:txBody>
      </p:sp>
      <p:sp>
        <p:nvSpPr>
          <p:cNvPr id="7" name="Title 1">
            <a:extLst>
              <a:ext uri="{FF2B5EF4-FFF2-40B4-BE49-F238E27FC236}">
                <a16:creationId xmlns:a16="http://schemas.microsoft.com/office/drawing/2014/main" id="{AF4D58DB-1991-B10D-0F0B-D4EB8344182F}"/>
              </a:ext>
            </a:extLst>
          </p:cNvPr>
          <p:cNvSpPr txBox="1">
            <a:spLocks/>
          </p:cNvSpPr>
          <p:nvPr/>
        </p:nvSpPr>
        <p:spPr>
          <a:xfrm>
            <a:off x="554801" y="4913349"/>
            <a:ext cx="3663237" cy="1811916"/>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700" b="1" dirty="0">
                <a:solidFill>
                  <a:schemeClr val="accent2"/>
                </a:solidFill>
                <a:latin typeface="+mn-lt"/>
                <a:ea typeface="+mn-ea"/>
                <a:cs typeface="+mn-cs"/>
              </a:rPr>
              <a:t>SELECT   p.patient_id,  p.first_name,  p.last_name,  d.specialty FROM patients p JOIN admissions a ON p.patient_id = a.patient_id JOIN doctors d ON a.attending_doctor_id = </a:t>
            </a:r>
            <a:r>
              <a:rPr lang="en-US" sz="1700" b="1" dirty="0" err="1">
                <a:solidFill>
                  <a:schemeClr val="accent2"/>
                </a:solidFill>
                <a:latin typeface="+mn-lt"/>
                <a:ea typeface="+mn-ea"/>
                <a:cs typeface="+mn-cs"/>
              </a:rPr>
              <a:t>d.doctor_id</a:t>
            </a:r>
            <a:r>
              <a:rPr lang="en-US" sz="1700" b="1" dirty="0">
                <a:solidFill>
                  <a:schemeClr val="accent2"/>
                </a:solidFill>
                <a:latin typeface="+mn-lt"/>
                <a:ea typeface="+mn-ea"/>
                <a:cs typeface="+mn-cs"/>
              </a:rPr>
              <a:t> WHERE a.diagnosis = 'Epilepsy'  AND d.first_name = 'Lisa';</a:t>
            </a:r>
            <a:br>
              <a:rPr lang="en-US" sz="1100" dirty="0"/>
            </a:br>
            <a:endParaRPr lang="en-US" sz="1400" dirty="0"/>
          </a:p>
        </p:txBody>
      </p:sp>
      <p:pic>
        <p:nvPicPr>
          <p:cNvPr id="10" name="Picture 9" descr="A screenshot of a computer&#10;&#10;AI-generated content may be incorrect.">
            <a:extLst>
              <a:ext uri="{FF2B5EF4-FFF2-40B4-BE49-F238E27FC236}">
                <a16:creationId xmlns:a16="http://schemas.microsoft.com/office/drawing/2014/main" id="{655F0D17-DB9E-2EDC-3AD1-1840270D8F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4293" y="4546585"/>
            <a:ext cx="4715533" cy="733527"/>
          </a:xfrm>
          <a:prstGeom prst="rect">
            <a:avLst/>
          </a:prstGeom>
          <a:ln>
            <a:solidFill>
              <a:srgbClr val="00B050"/>
            </a:solidFill>
          </a:ln>
          <a:effectLst>
            <a:glow rad="101600">
              <a:schemeClr val="accent2">
                <a:satMod val="175000"/>
                <a:alpha val="40000"/>
              </a:schemeClr>
            </a:glow>
          </a:effectLst>
        </p:spPr>
      </p:pic>
    </p:spTree>
    <p:extLst>
      <p:ext uri="{BB962C8B-B14F-4D97-AF65-F5344CB8AC3E}">
        <p14:creationId xmlns:p14="http://schemas.microsoft.com/office/powerpoint/2010/main" val="33374469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16AF2-31F4-36FE-745A-62568B2EECB1}"/>
              </a:ext>
            </a:extLst>
          </p:cNvPr>
          <p:cNvSpPr>
            <a:spLocks noGrp="1"/>
          </p:cNvSpPr>
          <p:nvPr>
            <p:ph type="title"/>
          </p:nvPr>
        </p:nvSpPr>
        <p:spPr>
          <a:xfrm>
            <a:off x="838200" y="365125"/>
            <a:ext cx="4451555" cy="2309249"/>
          </a:xfrm>
        </p:spPr>
        <p:txBody>
          <a:bodyPr>
            <a:normAutofit/>
          </a:bodyPr>
          <a:lstStyle/>
          <a:p>
            <a:r>
              <a:rPr lang="en-US" sz="1600" dirty="0">
                <a:solidFill>
                  <a:schemeClr val="dk1"/>
                </a:solidFill>
                <a:latin typeface="+mn-lt"/>
                <a:ea typeface="+mn-ea"/>
                <a:cs typeface="+mn-cs"/>
              </a:rPr>
              <a:t>35. All patients who have gone through admissions, can see their medical documents on our site. Those patients are given a temporary password after their first admission. Show the patient_id and temp_password.The password must be the following, in order:- patient_id- -the numerical length of patient's last_name- year of patient's birth_date</a:t>
            </a:r>
          </a:p>
        </p:txBody>
      </p:sp>
      <p:sp>
        <p:nvSpPr>
          <p:cNvPr id="3" name="Content Placeholder 2">
            <a:extLst>
              <a:ext uri="{FF2B5EF4-FFF2-40B4-BE49-F238E27FC236}">
                <a16:creationId xmlns:a16="http://schemas.microsoft.com/office/drawing/2014/main" id="{9CD9BB82-BB67-203E-F14F-978DCE17CC6C}"/>
              </a:ext>
            </a:extLst>
          </p:cNvPr>
          <p:cNvSpPr>
            <a:spLocks noGrp="1"/>
          </p:cNvSpPr>
          <p:nvPr>
            <p:ph idx="1"/>
          </p:nvPr>
        </p:nvSpPr>
        <p:spPr>
          <a:xfrm>
            <a:off x="553065" y="3008671"/>
            <a:ext cx="4953000" cy="2880852"/>
          </a:xfrm>
        </p:spPr>
        <p:txBody>
          <a:bodyPr>
            <a:normAutofit fontScale="92500" lnSpcReduction="10000"/>
          </a:bodyPr>
          <a:lstStyle/>
          <a:p>
            <a:pPr marL="0" indent="0">
              <a:buNone/>
            </a:pPr>
            <a:r>
              <a:rPr lang="en-US" sz="1400" b="1" dirty="0">
                <a:solidFill>
                  <a:schemeClr val="accent2"/>
                </a:solidFill>
              </a:rPr>
              <a:t>SELECT </a:t>
            </a:r>
          </a:p>
          <a:p>
            <a:pPr marL="0" indent="0">
              <a:buNone/>
            </a:pPr>
            <a:r>
              <a:rPr lang="en-US" sz="1400" b="1" dirty="0">
                <a:solidFill>
                  <a:schemeClr val="accent2"/>
                </a:solidFill>
              </a:rPr>
              <a:t>  p.patient_id,</a:t>
            </a:r>
          </a:p>
          <a:p>
            <a:pPr marL="0" indent="0">
              <a:buNone/>
            </a:pPr>
            <a:r>
              <a:rPr lang="en-US" sz="1400" b="1" dirty="0">
                <a:solidFill>
                  <a:schemeClr val="accent2"/>
                </a:solidFill>
              </a:rPr>
              <a:t>  CONCAT(</a:t>
            </a:r>
          </a:p>
          <a:p>
            <a:pPr marL="0" indent="0">
              <a:buNone/>
            </a:pPr>
            <a:r>
              <a:rPr lang="en-US" sz="1400" b="1" dirty="0">
                <a:solidFill>
                  <a:schemeClr val="accent2"/>
                </a:solidFill>
              </a:rPr>
              <a:t>    p.patient_id,</a:t>
            </a:r>
          </a:p>
          <a:p>
            <a:pPr marL="0" indent="0">
              <a:buNone/>
            </a:pPr>
            <a:r>
              <a:rPr lang="en-US" sz="1400" b="1" dirty="0">
                <a:solidFill>
                  <a:schemeClr val="accent2"/>
                </a:solidFill>
              </a:rPr>
              <a:t>    CHAR_LENGTH(p.last_name),</a:t>
            </a:r>
          </a:p>
          <a:p>
            <a:pPr marL="0" indent="0">
              <a:buNone/>
            </a:pPr>
            <a:r>
              <a:rPr lang="en-US" sz="1400" b="1" dirty="0">
                <a:solidFill>
                  <a:schemeClr val="accent2"/>
                </a:solidFill>
              </a:rPr>
              <a:t>    YEAR(</a:t>
            </a:r>
            <a:r>
              <a:rPr lang="en-US" sz="1400" b="1" dirty="0" err="1">
                <a:solidFill>
                  <a:schemeClr val="accent2"/>
                </a:solidFill>
              </a:rPr>
              <a:t>p.birth_date</a:t>
            </a:r>
            <a:r>
              <a:rPr lang="en-US" sz="1400" b="1" dirty="0">
                <a:solidFill>
                  <a:schemeClr val="accent2"/>
                </a:solidFill>
              </a:rPr>
              <a:t>)</a:t>
            </a:r>
          </a:p>
          <a:p>
            <a:pPr marL="0" indent="0">
              <a:buNone/>
            </a:pPr>
            <a:r>
              <a:rPr lang="en-US" sz="1400" b="1" dirty="0">
                <a:solidFill>
                  <a:schemeClr val="accent2"/>
                </a:solidFill>
              </a:rPr>
              <a:t>  ) AS temp_password</a:t>
            </a:r>
          </a:p>
          <a:p>
            <a:pPr marL="0" indent="0">
              <a:buNone/>
            </a:pPr>
            <a:r>
              <a:rPr lang="en-US" sz="1400" b="1" dirty="0">
                <a:solidFill>
                  <a:schemeClr val="accent2"/>
                </a:solidFill>
              </a:rPr>
              <a:t>FROM patients p</a:t>
            </a:r>
          </a:p>
          <a:p>
            <a:pPr marL="0" indent="0">
              <a:buNone/>
            </a:pPr>
            <a:r>
              <a:rPr lang="en-US" sz="1400" b="1" dirty="0">
                <a:solidFill>
                  <a:schemeClr val="accent2"/>
                </a:solidFill>
              </a:rPr>
              <a:t>JOIN admissions a ON p.patient_id = a.patient_id</a:t>
            </a:r>
          </a:p>
          <a:p>
            <a:pPr marL="0" indent="0">
              <a:buNone/>
            </a:pPr>
            <a:r>
              <a:rPr lang="en-US" sz="1400" b="1" dirty="0">
                <a:solidFill>
                  <a:schemeClr val="accent2"/>
                </a:solidFill>
              </a:rPr>
              <a:t>GROUP BY p.patient_id, p.last_name, p.birth_date;</a:t>
            </a:r>
          </a:p>
        </p:txBody>
      </p:sp>
      <p:pic>
        <p:nvPicPr>
          <p:cNvPr id="5" name="Picture 4" descr="A screenshot of a computer&#10;&#10;AI-generated content may be incorrect.">
            <a:extLst>
              <a:ext uri="{FF2B5EF4-FFF2-40B4-BE49-F238E27FC236}">
                <a16:creationId xmlns:a16="http://schemas.microsoft.com/office/drawing/2014/main" id="{D60A52EC-D0E8-CE2A-5A58-38EBD9AF9D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1358" y="2033226"/>
            <a:ext cx="1844200" cy="1950889"/>
          </a:xfrm>
          <a:prstGeom prst="rect">
            <a:avLst/>
          </a:prstGeom>
          <a:ln>
            <a:solidFill>
              <a:srgbClr val="00B050"/>
            </a:solidFill>
          </a:ln>
          <a:effectLst>
            <a:glow rad="101600">
              <a:schemeClr val="accent2">
                <a:satMod val="175000"/>
                <a:alpha val="40000"/>
              </a:schemeClr>
            </a:glow>
          </a:effectLst>
        </p:spPr>
      </p:pic>
    </p:spTree>
    <p:extLst>
      <p:ext uri="{BB962C8B-B14F-4D97-AF65-F5344CB8AC3E}">
        <p14:creationId xmlns:p14="http://schemas.microsoft.com/office/powerpoint/2010/main" val="19426089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ue and orange rectangular object with white text&#10;&#10;AI-generated content may be incorrect.">
            <a:extLst>
              <a:ext uri="{FF2B5EF4-FFF2-40B4-BE49-F238E27FC236}">
                <a16:creationId xmlns:a16="http://schemas.microsoft.com/office/drawing/2014/main" id="{477E238F-4F35-1EEE-93E3-CB767BEB58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0058" y="3146321"/>
            <a:ext cx="3867676" cy="1160207"/>
          </a:xfrm>
          <a:prstGeom prst="rect">
            <a:avLst/>
          </a:prstGeom>
          <a:ln>
            <a:solidFill>
              <a:srgbClr val="00B050"/>
            </a:solidFill>
          </a:ln>
          <a:effectLst>
            <a:glow rad="101600">
              <a:schemeClr val="accent2">
                <a:satMod val="175000"/>
                <a:alpha val="40000"/>
              </a:schemeClr>
            </a:glow>
          </a:effectLst>
        </p:spPr>
      </p:pic>
      <p:sp>
        <p:nvSpPr>
          <p:cNvPr id="13" name="Rectangle 12">
            <a:extLst>
              <a:ext uri="{FF2B5EF4-FFF2-40B4-BE49-F238E27FC236}">
                <a16:creationId xmlns:a16="http://schemas.microsoft.com/office/drawing/2014/main" id="{B54ECB38-9085-B89A-FA14-F45999F18E13}"/>
              </a:ext>
            </a:extLst>
          </p:cNvPr>
          <p:cNvSpPr/>
          <p:nvPr/>
        </p:nvSpPr>
        <p:spPr>
          <a:xfrm>
            <a:off x="399196" y="1671483"/>
            <a:ext cx="4762739" cy="354944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Explanation:</a:t>
            </a:r>
          </a:p>
          <a:p>
            <a:pPr algn="ctr"/>
            <a:r>
              <a:rPr lang="en-US" dirty="0">
                <a:solidFill>
                  <a:schemeClr val="tx1"/>
                </a:solidFill>
              </a:rPr>
              <a:t> I created two summary cards to show the total number of patients and total number of unique diagnosis.</a:t>
            </a:r>
          </a:p>
          <a:p>
            <a:pPr algn="ctr"/>
            <a:r>
              <a:rPr lang="en-US" dirty="0">
                <a:solidFill>
                  <a:schemeClr val="tx1"/>
                </a:solidFill>
              </a:rPr>
              <a:t>This gives a quick top-level view of how many people were recorded and how many types of issue were diagnosed.</a:t>
            </a:r>
          </a:p>
          <a:p>
            <a:pPr algn="ctr"/>
            <a:endParaRPr lang="en-US" dirty="0">
              <a:noFill/>
            </a:endParaRPr>
          </a:p>
        </p:txBody>
      </p:sp>
      <p:sp>
        <p:nvSpPr>
          <p:cNvPr id="15" name="TextBox 14">
            <a:extLst>
              <a:ext uri="{FF2B5EF4-FFF2-40B4-BE49-F238E27FC236}">
                <a16:creationId xmlns:a16="http://schemas.microsoft.com/office/drawing/2014/main" id="{56CEA822-F534-25F1-8BE1-0E364722FBCC}"/>
              </a:ext>
            </a:extLst>
          </p:cNvPr>
          <p:cNvSpPr txBox="1"/>
          <p:nvPr/>
        </p:nvSpPr>
        <p:spPr>
          <a:xfrm>
            <a:off x="2947714" y="277450"/>
            <a:ext cx="6096000" cy="400110"/>
          </a:xfrm>
          <a:prstGeom prst="rect">
            <a:avLst/>
          </a:prstGeom>
          <a:noFill/>
        </p:spPr>
        <p:txBody>
          <a:bodyPr wrap="square">
            <a:spAutoFit/>
          </a:bodyPr>
          <a:lstStyle/>
          <a:p>
            <a:r>
              <a:rPr lang="fr-FR" sz="2000" b="1" dirty="0">
                <a:solidFill>
                  <a:schemeClr val="accent2"/>
                </a:solidFill>
              </a:rPr>
              <a:t>Total Patients &amp; Total Unique Diagnoses</a:t>
            </a:r>
            <a:endParaRPr lang="en-US" sz="2000" b="1" dirty="0">
              <a:solidFill>
                <a:schemeClr val="accent2"/>
              </a:solidFill>
            </a:endParaRPr>
          </a:p>
        </p:txBody>
      </p:sp>
    </p:spTree>
    <p:extLst>
      <p:ext uri="{BB962C8B-B14F-4D97-AF65-F5344CB8AC3E}">
        <p14:creationId xmlns:p14="http://schemas.microsoft.com/office/powerpoint/2010/main" val="37813619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6C629A8-8A58-8CC9-1953-7CC36B24B32C}"/>
              </a:ext>
            </a:extLst>
          </p:cNvPr>
          <p:cNvSpPr txBox="1"/>
          <p:nvPr/>
        </p:nvSpPr>
        <p:spPr>
          <a:xfrm>
            <a:off x="3006709" y="169295"/>
            <a:ext cx="4013524" cy="400110"/>
          </a:xfrm>
          <a:prstGeom prst="rect">
            <a:avLst/>
          </a:prstGeom>
          <a:noFill/>
        </p:spPr>
        <p:txBody>
          <a:bodyPr wrap="square">
            <a:spAutoFit/>
          </a:bodyPr>
          <a:lstStyle/>
          <a:p>
            <a:r>
              <a:rPr lang="fr-FR" sz="2000" b="1" dirty="0">
                <a:solidFill>
                  <a:schemeClr val="accent2"/>
                </a:solidFill>
              </a:rPr>
              <a:t>Table / </a:t>
            </a:r>
            <a:r>
              <a:rPr lang="fr-FR" sz="2000" b="1" dirty="0" err="1">
                <a:solidFill>
                  <a:schemeClr val="accent2"/>
                </a:solidFill>
              </a:rPr>
              <a:t>Doctors</a:t>
            </a:r>
            <a:r>
              <a:rPr lang="fr-FR" sz="2000" b="1" dirty="0">
                <a:solidFill>
                  <a:schemeClr val="accent2"/>
                </a:solidFill>
              </a:rPr>
              <a:t> and </a:t>
            </a:r>
            <a:r>
              <a:rPr lang="fr-FR" sz="2000" b="1" dirty="0" err="1">
                <a:solidFill>
                  <a:schemeClr val="accent2"/>
                </a:solidFill>
              </a:rPr>
              <a:t>Specialities</a:t>
            </a:r>
            <a:endParaRPr lang="en-US" sz="2000" b="1" dirty="0">
              <a:solidFill>
                <a:schemeClr val="accent2"/>
              </a:solidFill>
            </a:endParaRPr>
          </a:p>
        </p:txBody>
      </p:sp>
      <p:sp>
        <p:nvSpPr>
          <p:cNvPr id="5" name="TextBox 4">
            <a:extLst>
              <a:ext uri="{FF2B5EF4-FFF2-40B4-BE49-F238E27FC236}">
                <a16:creationId xmlns:a16="http://schemas.microsoft.com/office/drawing/2014/main" id="{B1CC0CEB-6E35-5BDB-F07F-08F9B5A54DF0}"/>
              </a:ext>
            </a:extLst>
          </p:cNvPr>
          <p:cNvSpPr txBox="1"/>
          <p:nvPr/>
        </p:nvSpPr>
        <p:spPr>
          <a:xfrm>
            <a:off x="1002890" y="1789470"/>
            <a:ext cx="3729884" cy="1200329"/>
          </a:xfrm>
          <a:prstGeom prst="rect">
            <a:avLst/>
          </a:prstGeom>
          <a:noFill/>
        </p:spPr>
        <p:txBody>
          <a:bodyPr wrap="square" rtlCol="0">
            <a:spAutoFit/>
          </a:bodyPr>
          <a:lstStyle/>
          <a:p>
            <a:r>
              <a:rPr lang="en-US" dirty="0"/>
              <a:t>The Table shows how many doctors belong to each specialty. It helps identified which department are most staffed.</a:t>
            </a:r>
          </a:p>
        </p:txBody>
      </p:sp>
      <p:pic>
        <p:nvPicPr>
          <p:cNvPr id="7" name="Picture 6" descr="A screenshot of a computer&#10;&#10;AI-generated content may be incorrect.">
            <a:extLst>
              <a:ext uri="{FF2B5EF4-FFF2-40B4-BE49-F238E27FC236}">
                <a16:creationId xmlns:a16="http://schemas.microsoft.com/office/drawing/2014/main" id="{E13D6568-8C2E-2B24-4DE9-547295FF3B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36945" y="1012038"/>
            <a:ext cx="3887328" cy="3459478"/>
          </a:xfrm>
          <a:prstGeom prst="rect">
            <a:avLst/>
          </a:prstGeom>
          <a:ln>
            <a:solidFill>
              <a:srgbClr val="00B050"/>
            </a:solidFill>
          </a:ln>
          <a:effectLst>
            <a:glow rad="101600">
              <a:schemeClr val="accent2">
                <a:satMod val="175000"/>
                <a:alpha val="40000"/>
              </a:schemeClr>
            </a:glow>
          </a:effectLst>
        </p:spPr>
      </p:pic>
    </p:spTree>
    <p:extLst>
      <p:ext uri="{BB962C8B-B14F-4D97-AF65-F5344CB8AC3E}">
        <p14:creationId xmlns:p14="http://schemas.microsoft.com/office/powerpoint/2010/main" val="30231840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7314751-DEB3-80A6-A187-08F49E77E5BC}"/>
              </a:ext>
            </a:extLst>
          </p:cNvPr>
          <p:cNvSpPr txBox="1"/>
          <p:nvPr/>
        </p:nvSpPr>
        <p:spPr>
          <a:xfrm>
            <a:off x="2958673" y="238175"/>
            <a:ext cx="6094324" cy="400110"/>
          </a:xfrm>
          <a:prstGeom prst="rect">
            <a:avLst/>
          </a:prstGeom>
          <a:noFill/>
        </p:spPr>
        <p:txBody>
          <a:bodyPr wrap="square">
            <a:spAutoFit/>
          </a:bodyPr>
          <a:lstStyle/>
          <a:p>
            <a:r>
              <a:rPr lang="en-US" sz="2000" b="1" dirty="0">
                <a:solidFill>
                  <a:schemeClr val="accent2"/>
                </a:solidFill>
              </a:rPr>
              <a:t>Allergies Reported by Patients (Stacked Bar Chart)</a:t>
            </a:r>
          </a:p>
        </p:txBody>
      </p:sp>
      <p:sp>
        <p:nvSpPr>
          <p:cNvPr id="7" name="TextBox 6">
            <a:extLst>
              <a:ext uri="{FF2B5EF4-FFF2-40B4-BE49-F238E27FC236}">
                <a16:creationId xmlns:a16="http://schemas.microsoft.com/office/drawing/2014/main" id="{5F180BDA-7B49-7320-7087-D1A822CDD3A5}"/>
              </a:ext>
            </a:extLst>
          </p:cNvPr>
          <p:cNvSpPr txBox="1"/>
          <p:nvPr/>
        </p:nvSpPr>
        <p:spPr>
          <a:xfrm>
            <a:off x="491613" y="1761274"/>
            <a:ext cx="4355690" cy="1754326"/>
          </a:xfrm>
          <a:prstGeom prst="rect">
            <a:avLst/>
          </a:prstGeom>
          <a:noFill/>
        </p:spPr>
        <p:txBody>
          <a:bodyPr wrap="square">
            <a:spAutoFit/>
          </a:bodyPr>
          <a:lstStyle/>
          <a:p>
            <a:r>
              <a:rPr lang="en-US" dirty="0"/>
              <a:t>This chart displays the types of allergies reported by patients, broken down by categories.</a:t>
            </a:r>
          </a:p>
          <a:p>
            <a:r>
              <a:rPr lang="en-US" dirty="0"/>
              <a:t>It helps identify most common allergies and any patterns in reporting by subgroups.</a:t>
            </a:r>
          </a:p>
        </p:txBody>
      </p:sp>
      <p:pic>
        <p:nvPicPr>
          <p:cNvPr id="9" name="Picture 8" descr="A screenshot of a computer&#10;&#10;AI-generated content may be incorrect.">
            <a:extLst>
              <a:ext uri="{FF2B5EF4-FFF2-40B4-BE49-F238E27FC236}">
                <a16:creationId xmlns:a16="http://schemas.microsoft.com/office/drawing/2014/main" id="{37568742-2254-4EEB-0BAD-CB9F4602C9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0107" y="1377855"/>
            <a:ext cx="4728825" cy="3774248"/>
          </a:xfrm>
          <a:prstGeom prst="rect">
            <a:avLst/>
          </a:prstGeom>
          <a:ln>
            <a:solidFill>
              <a:srgbClr val="00B050"/>
            </a:solidFill>
          </a:ln>
          <a:effectLst>
            <a:glow rad="101600">
              <a:schemeClr val="accent2">
                <a:satMod val="175000"/>
                <a:alpha val="40000"/>
              </a:schemeClr>
            </a:glow>
          </a:effectLst>
        </p:spPr>
      </p:pic>
    </p:spTree>
    <p:extLst>
      <p:ext uri="{BB962C8B-B14F-4D97-AF65-F5344CB8AC3E}">
        <p14:creationId xmlns:p14="http://schemas.microsoft.com/office/powerpoint/2010/main" val="26869124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11BCEC-58D5-CCB5-9AC2-6FED483FE8CA}"/>
              </a:ext>
            </a:extLst>
          </p:cNvPr>
          <p:cNvSpPr txBox="1"/>
          <p:nvPr/>
        </p:nvSpPr>
        <p:spPr>
          <a:xfrm>
            <a:off x="3356295" y="277449"/>
            <a:ext cx="4303034" cy="400110"/>
          </a:xfrm>
          <a:prstGeom prst="rect">
            <a:avLst/>
          </a:prstGeom>
          <a:noFill/>
        </p:spPr>
        <p:txBody>
          <a:bodyPr wrap="square">
            <a:spAutoFit/>
          </a:bodyPr>
          <a:lstStyle/>
          <a:p>
            <a:r>
              <a:rPr lang="en-US" sz="2000" b="1" dirty="0">
                <a:solidFill>
                  <a:schemeClr val="accent2"/>
                </a:solidFill>
              </a:rPr>
              <a:t>Gender Distribution (Pie Chart)</a:t>
            </a:r>
          </a:p>
        </p:txBody>
      </p:sp>
      <p:sp>
        <p:nvSpPr>
          <p:cNvPr id="6" name="TextBox 5">
            <a:extLst>
              <a:ext uri="{FF2B5EF4-FFF2-40B4-BE49-F238E27FC236}">
                <a16:creationId xmlns:a16="http://schemas.microsoft.com/office/drawing/2014/main" id="{58C90629-D7C4-FA6B-17FB-FFB811665A7B}"/>
              </a:ext>
            </a:extLst>
          </p:cNvPr>
          <p:cNvSpPr txBox="1"/>
          <p:nvPr/>
        </p:nvSpPr>
        <p:spPr>
          <a:xfrm>
            <a:off x="294968" y="1523603"/>
            <a:ext cx="4375355" cy="1477328"/>
          </a:xfrm>
          <a:prstGeom prst="rect">
            <a:avLst/>
          </a:prstGeom>
          <a:noFill/>
        </p:spPr>
        <p:txBody>
          <a:bodyPr wrap="square">
            <a:spAutoFit/>
          </a:bodyPr>
          <a:lstStyle/>
          <a:p>
            <a:r>
              <a:rPr lang="en-US" dirty="0"/>
              <a:t>“This pie chart shows the proportion of male and female patients. It quickly visualizes the gender breakdown of all records and highlights whether there's a balanced or skewed dataset.</a:t>
            </a:r>
          </a:p>
        </p:txBody>
      </p:sp>
      <p:pic>
        <p:nvPicPr>
          <p:cNvPr id="8" name="Picture 7" descr="A screen shot of a chart">
            <a:extLst>
              <a:ext uri="{FF2B5EF4-FFF2-40B4-BE49-F238E27FC236}">
                <a16:creationId xmlns:a16="http://schemas.microsoft.com/office/drawing/2014/main" id="{F89E13F0-FDE2-E1F3-8203-20626DFBF9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5405" y="1136838"/>
            <a:ext cx="3735895" cy="4311728"/>
          </a:xfrm>
          <a:prstGeom prst="rect">
            <a:avLst/>
          </a:prstGeom>
          <a:ln>
            <a:solidFill>
              <a:srgbClr val="00B050"/>
            </a:solidFill>
          </a:ln>
          <a:effectLst>
            <a:glow rad="101600">
              <a:schemeClr val="accent2">
                <a:satMod val="175000"/>
                <a:alpha val="40000"/>
              </a:schemeClr>
            </a:glow>
          </a:effectLst>
        </p:spPr>
      </p:pic>
    </p:spTree>
    <p:extLst>
      <p:ext uri="{BB962C8B-B14F-4D97-AF65-F5344CB8AC3E}">
        <p14:creationId xmlns:p14="http://schemas.microsoft.com/office/powerpoint/2010/main" val="34240205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030401-B813-D5F1-06E1-63C5D0A01D3C}"/>
              </a:ext>
            </a:extLst>
          </p:cNvPr>
          <p:cNvSpPr txBox="1"/>
          <p:nvPr/>
        </p:nvSpPr>
        <p:spPr>
          <a:xfrm>
            <a:off x="2762864" y="169295"/>
            <a:ext cx="7098890" cy="400110"/>
          </a:xfrm>
          <a:prstGeom prst="rect">
            <a:avLst/>
          </a:prstGeom>
          <a:noFill/>
        </p:spPr>
        <p:txBody>
          <a:bodyPr wrap="square">
            <a:spAutoFit/>
          </a:bodyPr>
          <a:lstStyle/>
          <a:p>
            <a:r>
              <a:rPr lang="en-US" sz="2000" b="1" dirty="0">
                <a:solidFill>
                  <a:schemeClr val="accent2"/>
                </a:solidFill>
              </a:rPr>
              <a:t>Admissions Over Time (Line and Stacked Column Chart)</a:t>
            </a:r>
          </a:p>
        </p:txBody>
      </p:sp>
      <p:sp>
        <p:nvSpPr>
          <p:cNvPr id="7" name="TextBox 6">
            <a:extLst>
              <a:ext uri="{FF2B5EF4-FFF2-40B4-BE49-F238E27FC236}">
                <a16:creationId xmlns:a16="http://schemas.microsoft.com/office/drawing/2014/main" id="{52120685-3450-224E-0726-D586E8EC4921}"/>
              </a:ext>
            </a:extLst>
          </p:cNvPr>
          <p:cNvSpPr txBox="1"/>
          <p:nvPr/>
        </p:nvSpPr>
        <p:spPr>
          <a:xfrm>
            <a:off x="324465" y="1651423"/>
            <a:ext cx="4532670" cy="1754326"/>
          </a:xfrm>
          <a:prstGeom prst="rect">
            <a:avLst/>
          </a:prstGeom>
          <a:noFill/>
        </p:spPr>
        <p:txBody>
          <a:bodyPr wrap="square">
            <a:spAutoFit/>
          </a:bodyPr>
          <a:lstStyle/>
          <a:p>
            <a:r>
              <a:rPr lang="en-US" dirty="0"/>
              <a:t>“This visual tracks how admissions changed over time (by month or year). The line shows overall trends, while the stacked bars may represent diagnosis type, city, or doctor. It helps understand peak periods or medical surges.”</a:t>
            </a:r>
          </a:p>
        </p:txBody>
      </p:sp>
      <p:pic>
        <p:nvPicPr>
          <p:cNvPr id="9" name="Picture 8" descr="A graph on a screen&#10;&#10;AI-generated content may be incorrect.">
            <a:extLst>
              <a:ext uri="{FF2B5EF4-FFF2-40B4-BE49-F238E27FC236}">
                <a16:creationId xmlns:a16="http://schemas.microsoft.com/office/drawing/2014/main" id="{0C0CEA47-57C8-8A7D-FCF7-15BB85A4AA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91817" y="995531"/>
            <a:ext cx="4184944" cy="4820435"/>
          </a:xfrm>
          <a:prstGeom prst="rect">
            <a:avLst/>
          </a:prstGeom>
          <a:ln>
            <a:solidFill>
              <a:srgbClr val="00B050"/>
            </a:solidFill>
          </a:ln>
          <a:effectLst>
            <a:glow rad="101600">
              <a:schemeClr val="accent2">
                <a:satMod val="175000"/>
                <a:alpha val="40000"/>
              </a:schemeClr>
            </a:glow>
          </a:effectLst>
        </p:spPr>
      </p:pic>
    </p:spTree>
    <p:extLst>
      <p:ext uri="{BB962C8B-B14F-4D97-AF65-F5344CB8AC3E}">
        <p14:creationId xmlns:p14="http://schemas.microsoft.com/office/powerpoint/2010/main" val="20604875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4A0019-A558-2142-0B2F-D5BB398D0E84}"/>
              </a:ext>
            </a:extLst>
          </p:cNvPr>
          <p:cNvSpPr txBox="1"/>
          <p:nvPr/>
        </p:nvSpPr>
        <p:spPr>
          <a:xfrm>
            <a:off x="4267763" y="306947"/>
            <a:ext cx="2871019" cy="400110"/>
          </a:xfrm>
          <a:prstGeom prst="rect">
            <a:avLst/>
          </a:prstGeom>
          <a:noFill/>
        </p:spPr>
        <p:txBody>
          <a:bodyPr wrap="square">
            <a:spAutoFit/>
          </a:bodyPr>
          <a:lstStyle/>
          <a:p>
            <a:r>
              <a:rPr lang="en-US" sz="2000" b="1" dirty="0">
                <a:solidFill>
                  <a:schemeClr val="accent2"/>
                </a:solidFill>
              </a:rPr>
              <a:t>Map – Patients by City</a:t>
            </a:r>
          </a:p>
        </p:txBody>
      </p:sp>
      <p:sp>
        <p:nvSpPr>
          <p:cNvPr id="7" name="TextBox 6">
            <a:extLst>
              <a:ext uri="{FF2B5EF4-FFF2-40B4-BE49-F238E27FC236}">
                <a16:creationId xmlns:a16="http://schemas.microsoft.com/office/drawing/2014/main" id="{F06DA246-ADF4-648C-1838-4E0891F6640F}"/>
              </a:ext>
            </a:extLst>
          </p:cNvPr>
          <p:cNvSpPr txBox="1"/>
          <p:nvPr/>
        </p:nvSpPr>
        <p:spPr>
          <a:xfrm>
            <a:off x="422787" y="2040420"/>
            <a:ext cx="3775587" cy="923330"/>
          </a:xfrm>
          <a:prstGeom prst="rect">
            <a:avLst/>
          </a:prstGeom>
          <a:noFill/>
        </p:spPr>
        <p:txBody>
          <a:bodyPr wrap="square">
            <a:spAutoFit/>
          </a:bodyPr>
          <a:lstStyle/>
          <a:p>
            <a:r>
              <a:rPr lang="en-US" dirty="0"/>
              <a:t>“This map chart shows the geographic distribution of patients across various cities</a:t>
            </a:r>
          </a:p>
        </p:txBody>
      </p:sp>
      <p:pic>
        <p:nvPicPr>
          <p:cNvPr id="9" name="Picture 8" descr="A screenshot of a map&#10;&#10;AI-generated content may be incorrect.">
            <a:extLst>
              <a:ext uri="{FF2B5EF4-FFF2-40B4-BE49-F238E27FC236}">
                <a16:creationId xmlns:a16="http://schemas.microsoft.com/office/drawing/2014/main" id="{F18C5D91-11EE-96EF-24BC-B739059928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34912" y="1584202"/>
            <a:ext cx="7334301" cy="2759095"/>
          </a:xfrm>
          <a:prstGeom prst="rect">
            <a:avLst/>
          </a:prstGeom>
          <a:ln>
            <a:solidFill>
              <a:srgbClr val="00B050"/>
            </a:solidFill>
          </a:ln>
          <a:effectLst>
            <a:glow rad="101600">
              <a:schemeClr val="accent2">
                <a:satMod val="175000"/>
                <a:alpha val="40000"/>
              </a:schemeClr>
            </a:glow>
          </a:effectLst>
        </p:spPr>
      </p:pic>
    </p:spTree>
    <p:extLst>
      <p:ext uri="{BB962C8B-B14F-4D97-AF65-F5344CB8AC3E}">
        <p14:creationId xmlns:p14="http://schemas.microsoft.com/office/powerpoint/2010/main" val="25488264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85702CB-A175-72BF-7AEB-B1A6AA81BBCD}"/>
              </a:ext>
            </a:extLst>
          </p:cNvPr>
          <p:cNvSpPr txBox="1"/>
          <p:nvPr/>
        </p:nvSpPr>
        <p:spPr>
          <a:xfrm>
            <a:off x="3588774" y="218455"/>
            <a:ext cx="4503173" cy="400110"/>
          </a:xfrm>
          <a:prstGeom prst="rect">
            <a:avLst/>
          </a:prstGeom>
          <a:noFill/>
        </p:spPr>
        <p:txBody>
          <a:bodyPr wrap="square">
            <a:spAutoFit/>
          </a:bodyPr>
          <a:lstStyle/>
          <a:p>
            <a:r>
              <a:rPr lang="en-US" sz="2000" b="1" dirty="0">
                <a:solidFill>
                  <a:schemeClr val="accent2"/>
                </a:solidFill>
              </a:rPr>
              <a:t>Top Diagnoses (Bar or Column Chart)</a:t>
            </a:r>
          </a:p>
        </p:txBody>
      </p:sp>
      <p:sp>
        <p:nvSpPr>
          <p:cNvPr id="7" name="TextBox 6">
            <a:extLst>
              <a:ext uri="{FF2B5EF4-FFF2-40B4-BE49-F238E27FC236}">
                <a16:creationId xmlns:a16="http://schemas.microsoft.com/office/drawing/2014/main" id="{86578AA9-7E2F-3DAC-340A-A37D7763F64B}"/>
              </a:ext>
            </a:extLst>
          </p:cNvPr>
          <p:cNvSpPr txBox="1"/>
          <p:nvPr/>
        </p:nvSpPr>
        <p:spPr>
          <a:xfrm>
            <a:off x="540775" y="2064378"/>
            <a:ext cx="4326193" cy="1754326"/>
          </a:xfrm>
          <a:prstGeom prst="rect">
            <a:avLst/>
          </a:prstGeom>
          <a:noFill/>
        </p:spPr>
        <p:txBody>
          <a:bodyPr wrap="square">
            <a:spAutoFit/>
          </a:bodyPr>
          <a:lstStyle/>
          <a:p>
            <a:r>
              <a:rPr lang="en-US" dirty="0"/>
              <a:t>This chart displays the most commonly reported diagnoses from the admissions data. It highlights the top medical conditions being treated, helping understand the focus areas of patient care.</a:t>
            </a:r>
          </a:p>
        </p:txBody>
      </p:sp>
      <p:pic>
        <p:nvPicPr>
          <p:cNvPr id="9" name="Picture 8" descr="A screenshot of a graph&#10;&#10;AI-generated content may be incorrect.">
            <a:extLst>
              <a:ext uri="{FF2B5EF4-FFF2-40B4-BE49-F238E27FC236}">
                <a16:creationId xmlns:a16="http://schemas.microsoft.com/office/drawing/2014/main" id="{8B458E1F-17DE-10C0-3567-1609BA5242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4454" y="1399105"/>
            <a:ext cx="4578441" cy="4059789"/>
          </a:xfrm>
          <a:prstGeom prst="rect">
            <a:avLst/>
          </a:prstGeom>
          <a:ln>
            <a:solidFill>
              <a:srgbClr val="00B050"/>
            </a:solidFill>
          </a:ln>
          <a:effectLst>
            <a:glow rad="101600">
              <a:schemeClr val="accent2">
                <a:satMod val="175000"/>
                <a:alpha val="40000"/>
              </a:schemeClr>
            </a:glow>
          </a:effectLst>
        </p:spPr>
      </p:pic>
    </p:spTree>
    <p:extLst>
      <p:ext uri="{BB962C8B-B14F-4D97-AF65-F5344CB8AC3E}">
        <p14:creationId xmlns:p14="http://schemas.microsoft.com/office/powerpoint/2010/main" val="22648530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435A42E-0600-87D1-89EC-FC0C110E9070}"/>
              </a:ext>
            </a:extLst>
          </p:cNvPr>
          <p:cNvSpPr txBox="1"/>
          <p:nvPr/>
        </p:nvSpPr>
        <p:spPr>
          <a:xfrm>
            <a:off x="3913239" y="139798"/>
            <a:ext cx="4807974" cy="400110"/>
          </a:xfrm>
          <a:prstGeom prst="rect">
            <a:avLst/>
          </a:prstGeom>
          <a:noFill/>
        </p:spPr>
        <p:txBody>
          <a:bodyPr wrap="square">
            <a:spAutoFit/>
          </a:bodyPr>
          <a:lstStyle/>
          <a:p>
            <a:r>
              <a:rPr lang="en-US" sz="2000" b="1" dirty="0">
                <a:solidFill>
                  <a:schemeClr val="accent2"/>
                </a:solidFill>
              </a:rPr>
              <a:t>Count of Births by Year (Line Chart)</a:t>
            </a:r>
          </a:p>
        </p:txBody>
      </p:sp>
      <p:sp>
        <p:nvSpPr>
          <p:cNvPr id="7" name="TextBox 6">
            <a:extLst>
              <a:ext uri="{FF2B5EF4-FFF2-40B4-BE49-F238E27FC236}">
                <a16:creationId xmlns:a16="http://schemas.microsoft.com/office/drawing/2014/main" id="{7316EC43-1D83-7876-357E-10C23683AE6E}"/>
              </a:ext>
            </a:extLst>
          </p:cNvPr>
          <p:cNvSpPr txBox="1"/>
          <p:nvPr/>
        </p:nvSpPr>
        <p:spPr>
          <a:xfrm>
            <a:off x="344129" y="1877565"/>
            <a:ext cx="4355690" cy="1754326"/>
          </a:xfrm>
          <a:prstGeom prst="rect">
            <a:avLst/>
          </a:prstGeom>
          <a:noFill/>
        </p:spPr>
        <p:txBody>
          <a:bodyPr wrap="square">
            <a:spAutoFit/>
          </a:bodyPr>
          <a:lstStyle/>
          <a:p>
            <a:r>
              <a:rPr lang="en-US" dirty="0"/>
              <a:t>This visual shows the number of patients grouped by their year of birth. It gives insight into the age distribution of the patient population. Peaks may reflect baby booms or common age groups seeking treatment</a:t>
            </a:r>
          </a:p>
        </p:txBody>
      </p:sp>
      <p:sp>
        <p:nvSpPr>
          <p:cNvPr id="9" name="TextBox 8">
            <a:extLst>
              <a:ext uri="{FF2B5EF4-FFF2-40B4-BE49-F238E27FC236}">
                <a16:creationId xmlns:a16="http://schemas.microsoft.com/office/drawing/2014/main" id="{C10B797D-4B81-5C7B-FD07-3A39CD78ABDE}"/>
              </a:ext>
            </a:extLst>
          </p:cNvPr>
          <p:cNvSpPr txBox="1"/>
          <p:nvPr/>
        </p:nvSpPr>
        <p:spPr>
          <a:xfrm>
            <a:off x="196645" y="4160345"/>
            <a:ext cx="3834580" cy="923330"/>
          </a:xfrm>
          <a:prstGeom prst="rect">
            <a:avLst/>
          </a:prstGeom>
          <a:noFill/>
        </p:spPr>
        <p:txBody>
          <a:bodyPr wrap="square">
            <a:spAutoFit/>
          </a:bodyPr>
          <a:lstStyle/>
          <a:p>
            <a:r>
              <a:rPr lang="en-US" b="1" dirty="0"/>
              <a:t>Why it's important:</a:t>
            </a:r>
            <a:r>
              <a:rPr lang="en-US" dirty="0"/>
              <a:t> It shows demographic spread (younger vs older patients) in your dataset</a:t>
            </a:r>
          </a:p>
        </p:txBody>
      </p:sp>
      <p:pic>
        <p:nvPicPr>
          <p:cNvPr id="11" name="Picture 10" descr="A graph of birth rate">
            <a:extLst>
              <a:ext uri="{FF2B5EF4-FFF2-40B4-BE49-F238E27FC236}">
                <a16:creationId xmlns:a16="http://schemas.microsoft.com/office/drawing/2014/main" id="{FF31C872-44A4-78B9-0E3E-A69E3C3765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2132755"/>
            <a:ext cx="4171545" cy="3874755"/>
          </a:xfrm>
          <a:prstGeom prst="rect">
            <a:avLst/>
          </a:prstGeom>
        </p:spPr>
      </p:pic>
    </p:spTree>
    <p:extLst>
      <p:ext uri="{BB962C8B-B14F-4D97-AF65-F5344CB8AC3E}">
        <p14:creationId xmlns:p14="http://schemas.microsoft.com/office/powerpoint/2010/main" val="9641919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E384996E-363C-1EB6-F0DA-F56FA426E4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7691" y="861326"/>
            <a:ext cx="9724103" cy="5770532"/>
          </a:xfrm>
          <a:prstGeom prst="rect">
            <a:avLst/>
          </a:prstGeom>
          <a:ln>
            <a:solidFill>
              <a:srgbClr val="00B050"/>
            </a:solidFill>
          </a:ln>
          <a:effectLst>
            <a:glow rad="101600">
              <a:schemeClr val="accent2">
                <a:satMod val="175000"/>
                <a:alpha val="40000"/>
              </a:schemeClr>
            </a:glow>
          </a:effectLst>
        </p:spPr>
      </p:pic>
      <p:sp>
        <p:nvSpPr>
          <p:cNvPr id="6" name="TextBox 5">
            <a:extLst>
              <a:ext uri="{FF2B5EF4-FFF2-40B4-BE49-F238E27FC236}">
                <a16:creationId xmlns:a16="http://schemas.microsoft.com/office/drawing/2014/main" id="{BEC37DD3-933D-F684-33BF-EED286641EFE}"/>
              </a:ext>
            </a:extLst>
          </p:cNvPr>
          <p:cNvSpPr txBox="1"/>
          <p:nvPr/>
        </p:nvSpPr>
        <p:spPr>
          <a:xfrm>
            <a:off x="4837470" y="304800"/>
            <a:ext cx="1946787" cy="400110"/>
          </a:xfrm>
          <a:prstGeom prst="rect">
            <a:avLst/>
          </a:prstGeom>
          <a:noFill/>
        </p:spPr>
        <p:txBody>
          <a:bodyPr wrap="square" rtlCol="0">
            <a:spAutoFit/>
          </a:bodyPr>
          <a:lstStyle/>
          <a:p>
            <a:r>
              <a:rPr lang="en-US" sz="2000" b="1" dirty="0">
                <a:solidFill>
                  <a:schemeClr val="accent2"/>
                </a:solidFill>
              </a:rPr>
              <a:t>DASHBOARD</a:t>
            </a:r>
          </a:p>
        </p:txBody>
      </p:sp>
    </p:spTree>
    <p:extLst>
      <p:ext uri="{BB962C8B-B14F-4D97-AF65-F5344CB8AC3E}">
        <p14:creationId xmlns:p14="http://schemas.microsoft.com/office/powerpoint/2010/main" val="15288365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FB18A-19D5-DF84-8F4B-349DD64F4FF0}"/>
              </a:ext>
            </a:extLst>
          </p:cNvPr>
          <p:cNvSpPr>
            <a:spLocks noGrp="1"/>
          </p:cNvSpPr>
          <p:nvPr>
            <p:ph type="title"/>
          </p:nvPr>
        </p:nvSpPr>
        <p:spPr>
          <a:xfrm>
            <a:off x="2725993" y="0"/>
            <a:ext cx="6939116" cy="953729"/>
          </a:xfrm>
        </p:spPr>
        <p:txBody>
          <a:bodyPr>
            <a:normAutofit/>
          </a:bodyPr>
          <a:lstStyle/>
          <a:p>
            <a:r>
              <a:rPr lang="en-US" sz="3600" b="1" dirty="0">
                <a:solidFill>
                  <a:schemeClr val="accent2"/>
                </a:solidFill>
                <a:latin typeface="+mn-lt"/>
                <a:ea typeface="+mn-ea"/>
                <a:cs typeface="+mn-cs"/>
              </a:rPr>
              <a:t>DASHBOARD EXPLANTION</a:t>
            </a:r>
          </a:p>
        </p:txBody>
      </p:sp>
      <p:sp>
        <p:nvSpPr>
          <p:cNvPr id="5" name="TextBox 4">
            <a:extLst>
              <a:ext uri="{FF2B5EF4-FFF2-40B4-BE49-F238E27FC236}">
                <a16:creationId xmlns:a16="http://schemas.microsoft.com/office/drawing/2014/main" id="{DED471B0-D5CF-8620-E3A8-9ECFBF8A271C}"/>
              </a:ext>
            </a:extLst>
          </p:cNvPr>
          <p:cNvSpPr txBox="1"/>
          <p:nvPr/>
        </p:nvSpPr>
        <p:spPr>
          <a:xfrm>
            <a:off x="1907457" y="1607007"/>
            <a:ext cx="8790039" cy="2031325"/>
          </a:xfrm>
          <a:prstGeom prst="rect">
            <a:avLst/>
          </a:prstGeom>
          <a:noFill/>
        </p:spPr>
        <p:txBody>
          <a:bodyPr wrap="square">
            <a:spAutoFit/>
          </a:bodyPr>
          <a:lstStyle/>
          <a:p>
            <a:r>
              <a:rPr lang="en-US" dirty="0"/>
              <a:t>“This complete dashboard was built using Power BI to visually summarize key insights from the medical database. It includes a combination of KPI cards, charts, maps, and tables that represent patient demographics, diagnosis patterns, doctor specialties, allergy reports, and admissions over time. The dashboard was created using data extracted through SQL queries and designed to provide a clear, interactive, and data-driven overview of the healthcare dataset. It helps in identifying trends, analyzing operational areas, and supporting decision-making with visual clarity.”</a:t>
            </a:r>
          </a:p>
        </p:txBody>
      </p:sp>
    </p:spTree>
    <p:extLst>
      <p:ext uri="{BB962C8B-B14F-4D97-AF65-F5344CB8AC3E}">
        <p14:creationId xmlns:p14="http://schemas.microsoft.com/office/powerpoint/2010/main" val="35584666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7BFEB-BF49-4D17-2246-AF37C83A88DC}"/>
              </a:ext>
            </a:extLst>
          </p:cNvPr>
          <p:cNvSpPr>
            <a:spLocks noGrp="1"/>
          </p:cNvSpPr>
          <p:nvPr>
            <p:ph type="title"/>
          </p:nvPr>
        </p:nvSpPr>
        <p:spPr>
          <a:xfrm>
            <a:off x="1530145" y="0"/>
            <a:ext cx="9131710" cy="875071"/>
          </a:xfrm>
        </p:spPr>
        <p:txBody>
          <a:bodyPr>
            <a:normAutofit fontScale="90000"/>
          </a:bodyPr>
          <a:lstStyle/>
          <a:p>
            <a:r>
              <a:rPr lang="en-US" sz="3600" b="1" dirty="0">
                <a:solidFill>
                  <a:schemeClr val="accent2"/>
                </a:solidFill>
                <a:latin typeface="+mn-lt"/>
                <a:ea typeface="+mn-ea"/>
                <a:cs typeface="+mn-cs"/>
              </a:rPr>
              <a:t>Recommended Actions (Prescriptive Analysis)</a:t>
            </a:r>
          </a:p>
        </p:txBody>
      </p:sp>
      <p:sp>
        <p:nvSpPr>
          <p:cNvPr id="6" name="Rectangle 2">
            <a:extLst>
              <a:ext uri="{FF2B5EF4-FFF2-40B4-BE49-F238E27FC236}">
                <a16:creationId xmlns:a16="http://schemas.microsoft.com/office/drawing/2014/main" id="{AC43193C-7E60-5DF2-6B33-0416AE28C5E6}"/>
              </a:ext>
            </a:extLst>
          </p:cNvPr>
          <p:cNvSpPr>
            <a:spLocks noChangeArrowheads="1"/>
          </p:cNvSpPr>
          <p:nvPr/>
        </p:nvSpPr>
        <p:spPr bwMode="auto">
          <a:xfrm>
            <a:off x="1671484" y="1401809"/>
            <a:ext cx="8514735" cy="2741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Standardize and complete allergy data to reduce clinical risk.</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Deploy more doctors in high-demand specialties based on diagnosis trends.</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Strengthen healthcare infrastructure in cities with high patient density.</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Prepare resources for seasonal spikes by monitoring admission patterns.</a:t>
            </a:r>
          </a:p>
        </p:txBody>
      </p:sp>
    </p:spTree>
    <p:extLst>
      <p:ext uri="{BB962C8B-B14F-4D97-AF65-F5344CB8AC3E}">
        <p14:creationId xmlns:p14="http://schemas.microsoft.com/office/powerpoint/2010/main" val="34402232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1703</TotalTime>
  <Words>2484</Words>
  <Application>Microsoft Office PowerPoint</Application>
  <PresentationFormat>Widescreen</PresentationFormat>
  <Paragraphs>123</Paragraphs>
  <Slides>33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Aptos</vt:lpstr>
      <vt:lpstr>Aptos Display</vt:lpstr>
      <vt:lpstr>Arial</vt:lpstr>
      <vt:lpstr>Office Theme</vt:lpstr>
      <vt:lpstr>PRSQL-02 MEDICAL DATA HISTORY</vt:lpstr>
      <vt:lpstr>PowerPoint Presentation</vt:lpstr>
      <vt:lpstr>2.Show first name and last name of patients who does not have allergies</vt:lpstr>
      <vt:lpstr>4. Show first name and last name of patients that weight within the range of 100 to 120 (inclusive)</vt:lpstr>
      <vt:lpstr>5.Update the patients table for the allergies column. If the patient's allergies is null then replace it with 'NKA' </vt:lpstr>
      <vt:lpstr>6. Show first name and last name concatenated into one column to show their full name. </vt:lpstr>
      <vt:lpstr>8---Show how many patients have a birth_date with 2010 as the birth year.</vt:lpstr>
      <vt:lpstr>9. Show the first_name, last_name, and height of the patient with the greatest height. </vt:lpstr>
      <vt:lpstr>11. Show the total number of admissions. </vt:lpstr>
      <vt:lpstr>13. Show the total number of admissions for patient_id 579. </vt:lpstr>
      <vt:lpstr>15. Write a query to find the first_name, last name and birth date of patients who have height more than 160 and weight more than 70</vt:lpstr>
      <vt:lpstr>17. Show unique first names from the patients table which only occurs once in the list</vt:lpstr>
      <vt:lpstr>19.Show patient_id, first_name, last_name from patients whos diagnosis is 'Dementia'. Primary diagnosis is stored in the admissions table</vt:lpstr>
      <vt:lpstr>21. Show the total amount of male patients and the total amount of female patients in the patients' table. Display the two results in the same row</vt:lpstr>
      <vt:lpstr>23.Show patient_id, diagnosis from admissions. Find patients admitted multiple times for the same diagnosis</vt:lpstr>
      <vt:lpstr>24. Show the city and the total number of patients in the city. Order from most to least patients and then by city name ascending.</vt:lpstr>
      <vt:lpstr>26. Show all allergies ordered by popularity. Remove NULL values from query.</vt:lpstr>
      <vt:lpstr>28. We want to display each patient's full name in a single column. Their last_name in all upper letters must appear first, then first_name in all lower case letters. Separate the last_name and first_name with a comma. Order the list by the first_name in decending order EX: SMITH,jane-</vt:lpstr>
      <vt:lpstr>30. Show the difference between the largest weight and smallest weight for patients with the last name 'Maroni'</vt:lpstr>
      <vt:lpstr>32. Show all of the patients grouped into weight groups. Show the total amount of patients in each weight group. Order the list by the weight group decending. e.g. if they weight 100 to 109 they are placed in the 100#__ weight group, 110-119 = 110 weight group, etc.</vt:lpstr>
      <vt:lpstr> 33.Show patient_id, weight, height, isObese from the patients table. Display isObese as a boolean 0 or 1. Obese is defined as weight(kg)/(height(m). #--Weight is in units kg. Height is in units cm. </vt:lpstr>
      <vt:lpstr>35. All patients who have gone through admissions, can see their medical documents on our site. Those patients are given a temporary password after their first admission. Show the patient_id and temp_password.The password must be the following, in order:- patient_id- -the numerical length of patient's last_name- year of patient's birth_date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DASHBOARD EXPLANTION</vt:lpstr>
      <vt:lpstr>Recommended Actions (Prescriptive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shadab Hussain</dc:creator>
  <cp:lastModifiedBy>shadab Hussain</cp:lastModifiedBy>
  <cp:revision>1</cp:revision>
  <dcterms:created xsi:type="dcterms:W3CDTF">2025-06-30T18:45:13Z</dcterms:created>
  <dcterms:modified xsi:type="dcterms:W3CDTF">2025-07-08T18:16:41Z</dcterms:modified>
</cp:coreProperties>
</file>